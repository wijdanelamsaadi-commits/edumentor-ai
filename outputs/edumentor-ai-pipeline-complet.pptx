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8deb44af504480" /><Relationship Type="http://schemas.openxmlformats.org/officeDocument/2006/relationships/extended-properties" Target="/docProps/app.xml" Id="R22216afb2b2f4081" /><Relationship Type="http://schemas.openxmlformats.org/officeDocument/2006/relationships/officeDocument" Target="/ppt/presentation.xml" Id="Rabb8f21328a843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6a2a08336e4abd"/>
  </p:sldMasterIdLst>
  <p:notesMasterIdLst>
    <p:notesMasterId xmlns:r="http://schemas.openxmlformats.org/officeDocument/2006/relationships" r:id="R16f632d1c4de466f"/>
  </p:notesMasterIdLst>
  <p:sldIdLst>
    <p:sldId xmlns:r="http://schemas.openxmlformats.org/officeDocument/2006/relationships" id="256" r:id="Rae3807e066c744e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824cf55751486a" /><Relationship Type="http://schemas.openxmlformats.org/officeDocument/2006/relationships/slideMaster" Target="/ppt/slideMasters/slideMaster1.xml" Id="Rad6a2a08336e4abd" /><Relationship Type="http://schemas.openxmlformats.org/officeDocument/2006/relationships/notesMaster" Target="/ppt/notesMasters/notesMaster1.xml" Id="R16f632d1c4de466f" /><Relationship Type="http://schemas.openxmlformats.org/officeDocument/2006/relationships/presProps" Target="/ppt/presProps.xml" Id="R2860bb6b3a7c46c5" /><Relationship Type="http://schemas.openxmlformats.org/officeDocument/2006/relationships/tableStyles" Target="/ppt/tableStyles.xml" Id="R640afd7654a24632" /><Relationship Type="http://schemas.openxmlformats.org/officeDocument/2006/relationships/slide" Target="/ppt/slides/slide1.xml" Id="Rae3807e066c744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de4b4b7fb241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e9a0c608214acb" /><Relationship Type="http://schemas.openxmlformats.org/officeDocument/2006/relationships/notesMaster" Target="/ppt/notesMasters/notesMaster1.xml" Id="R4ff44c53602a49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c3c639a5c747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4f47ddb2432414b" /><Relationship Type="http://schemas.openxmlformats.org/officeDocument/2006/relationships/slideLayout" Target="/ppt/slideLayouts/slideLayout1.xml" Id="Ref009e90faaa4b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009e90faaa4b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c49e780154cbb" /><Relationship Type="http://schemas.openxmlformats.org/officeDocument/2006/relationships/notesSlide" Target="/ppt/notesSlides/notesSlide1.xml" Id="Rd71fb1e0ab8f4d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accent">
            <a:extLst xmlns:a="http://schemas.openxmlformats.org/drawingml/2006/main">
              <a:ext uri="{FF2B5EF4-FFF2-40B4-BE49-F238E27FC236}">
                <a16:creationId xmlns:a16="http://schemas.microsoft.com/office/drawing/2014/main" id="{0D567127-A2CB-4B04-A218-F425CACB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2" name="bottom-accent">
            <a:extLst xmlns:a="http://schemas.openxmlformats.org/drawingml/2006/main">
              <a:ext uri="{FF2B5EF4-FFF2-40B4-BE49-F238E27FC236}">
                <a16:creationId xmlns:a16="http://schemas.microsoft.com/office/drawing/2014/main" id="{0DAC1B11-FA41-410E-BF35-F06A7061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3" name="main-title">
            <a:extLst xmlns:a="http://schemas.openxmlformats.org/drawingml/2006/main">
              <a:ext uri="{FF2B5EF4-FFF2-40B4-BE49-F238E27FC236}">
                <a16:creationId xmlns:a16="http://schemas.microsoft.com/office/drawing/2014/main" id="{CB812E5A-8316-4251-8218-CF8B3B0A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E53935"/>
                </a:solidFill>
              </a:defRPr>
            </a:pPr>
            <a:r>
              <a:rPr sz="2475" b="1">
                <a:solidFill>
                  <a:srgbClr val="E53935"/>
                </a:solidFill>
              </a:rPr>
              <a:t>PIPELINE – EDUMENTOR AI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45648B20-F650-4B91-84B3-A1B3F86A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14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</a:rPr>
              <a:t>Plateforme intelligente d'apprentissage basée sur l'IA et le RAG</a:t>
            </a:r>
          </a:p>
        </p:txBody>
      </p:sp>
      <p:sp>
        <p:nvSpPr>
          <p:cNvPr id="5" name="card-1-Utilisateur">
            <a:extLst xmlns:a="http://schemas.openxmlformats.org/drawingml/2006/main">
              <a:ext uri="{FF2B5EF4-FFF2-40B4-BE49-F238E27FC236}">
                <a16:creationId xmlns:a16="http://schemas.microsoft.com/office/drawing/2014/main" id="{5D23DE41-A32C-45A1-AE67-F0FE1C9A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924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19C758D0-92EA-490D-AAC9-F3781977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33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7" name="number-text-1">
            <a:extLst xmlns:a="http://schemas.openxmlformats.org/drawingml/2006/main">
              <a:ext uri="{FF2B5EF4-FFF2-40B4-BE49-F238E27FC236}">
                <a16:creationId xmlns:a16="http://schemas.microsoft.com/office/drawing/2014/main" id="{23B4FF0F-D71E-409B-86CF-CEB235CE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525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53935"/>
                </a:solidFill>
              </a:defRPr>
            </a:pPr>
            <a:r>
              <a:rPr sz="1050" b="1">
                <a:solidFill>
                  <a:srgbClr val="E53935"/>
                </a:solidFill>
              </a:rPr>
              <a:t>1</a:t>
            </a:r>
          </a:p>
        </p:txBody>
      </p:sp>
      <p:sp>
        <p:nvSpPr>
          <p:cNvPr id="8" name="icon-user-head">
            <a:extLst xmlns:a="http://schemas.openxmlformats.org/drawingml/2006/main">
              <a:ext uri="{FF2B5EF4-FFF2-40B4-BE49-F238E27FC236}">
                <a16:creationId xmlns:a16="http://schemas.microsoft.com/office/drawing/2014/main" id="{1185AE50-DF9E-4C6D-AF38-06938617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8859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9" name="icon-user-body">
            <a:extLst xmlns:a="http://schemas.openxmlformats.org/drawingml/2006/main">
              <a:ext uri="{FF2B5EF4-FFF2-40B4-BE49-F238E27FC236}">
                <a16:creationId xmlns:a16="http://schemas.microsoft.com/office/drawing/2014/main" id="{D1ADF567-19F0-4FCC-91EC-C7BF3F400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95500"/>
            <a:ext cx="3810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10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FFA9D33C-1D71-4816-9525-FBA3C036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E53935"/>
                </a:solidFill>
              </a:defRPr>
            </a:pPr>
            <a:r>
              <a:rPr sz="990" b="1">
                <a:solidFill>
                  <a:srgbClr val="E53935"/>
                </a:solidFill>
              </a:rPr>
              <a:t>Utilisateur</a:t>
            </a:r>
          </a:p>
        </p:txBody>
      </p:sp>
      <p:sp>
        <p:nvSpPr>
          <p:cNvPr id="11" name="card-bullets-1">
            <a:extLst xmlns:a="http://schemas.openxmlformats.org/drawingml/2006/main">
              <a:ext uri="{FF2B5EF4-FFF2-40B4-BE49-F238E27FC236}">
                <a16:creationId xmlns:a16="http://schemas.microsoft.com/office/drawing/2014/main" id="{8CB23B4A-E77E-4A40-A0E1-F3781665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00000"/>
                </a:solidFill>
              </a:defRPr>
            </a:pPr>
            <a:r>
              <a:rPr sz="735" b="0">
                <a:solidFill>
                  <a:srgbClr val="000000"/>
                </a:solidFill>
              </a:rPr>
              <a:t>• Inscription / Connexion</a:t>
            </a:r>
          </a:p>
          <a:p xmlns:a="http://schemas.openxmlformats.org/drawingml/2006/main">
            <a:pPr algn="l">
              <a:defRPr sz="735" b="0">
                <a:solidFill>
                  <a:srgbClr val="000000"/>
                </a:solidFill>
              </a:defRPr>
            </a:pPr>
            <a:r>
              <a:rPr sz="735" b="0">
                <a:solidFill>
                  <a:srgbClr val="000000"/>
                </a:solidFill>
              </a:rPr>
              <a:t>• Profil étudiant</a:t>
            </a:r>
          </a:p>
        </p:txBody>
      </p:sp>
      <p:sp>
        <p:nvSpPr>
          <p:cNvPr id="12" name="card-2-Test diagnostique">
            <a:extLst xmlns:a="http://schemas.openxmlformats.org/drawingml/2006/main">
              <a:ext uri="{FF2B5EF4-FFF2-40B4-BE49-F238E27FC236}">
                <a16:creationId xmlns:a16="http://schemas.microsoft.com/office/drawing/2014/main" id="{3E2DB0AC-8182-47EF-905C-DF264874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428750"/>
            <a:ext cx="1924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13" name="number-2">
            <a:extLst xmlns:a="http://schemas.openxmlformats.org/drawingml/2006/main">
              <a:ext uri="{FF2B5EF4-FFF2-40B4-BE49-F238E27FC236}">
                <a16:creationId xmlns:a16="http://schemas.microsoft.com/office/drawing/2014/main" id="{B5AF64D3-3528-4719-B78C-FEB20906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33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14" name="number-text-2">
            <a:extLst xmlns:a="http://schemas.openxmlformats.org/drawingml/2006/main">
              <a:ext uri="{FF2B5EF4-FFF2-40B4-BE49-F238E27FC236}">
                <a16:creationId xmlns:a16="http://schemas.microsoft.com/office/drawing/2014/main" id="{16F14139-20DF-459D-90B4-7CA45CE5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525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53935"/>
                </a:solidFill>
              </a:defRPr>
            </a:pPr>
            <a:r>
              <a:rPr sz="1050" b="1">
                <a:solidFill>
                  <a:srgbClr val="E53935"/>
                </a:solidFill>
              </a:rPr>
              <a:t>2</a:t>
            </a:r>
          </a:p>
        </p:txBody>
      </p:sp>
      <p:sp>
        <p:nvSpPr>
          <p:cNvPr id="15" name="icon-clipboard">
            <a:extLst xmlns:a="http://schemas.openxmlformats.org/drawingml/2006/main">
              <a:ext uri="{FF2B5EF4-FFF2-40B4-BE49-F238E27FC236}">
                <a16:creationId xmlns:a16="http://schemas.microsoft.com/office/drawing/2014/main" id="{30AB3188-FA41-4178-81E8-11DA5792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05000"/>
            <a:ext cx="304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16" name="icon-clip">
            <a:extLst xmlns:a="http://schemas.openxmlformats.org/drawingml/2006/main">
              <a:ext uri="{FF2B5EF4-FFF2-40B4-BE49-F238E27FC236}">
                <a16:creationId xmlns:a16="http://schemas.microsoft.com/office/drawing/2014/main" id="{2C0193C4-2E42-4A5F-96D9-51E60EE5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66900"/>
            <a:ext cx="152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17" name="icon-clipboard-line-12">
            <a:extLst xmlns:a="http://schemas.openxmlformats.org/drawingml/2006/main">
              <a:ext uri="{FF2B5EF4-FFF2-40B4-BE49-F238E27FC236}">
                <a16:creationId xmlns:a16="http://schemas.microsoft.com/office/drawing/2014/main" id="{5AD8E6AF-DD5E-45ED-ABB8-AB55E8D1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icon-clipboard-line-24">
            <a:extLst xmlns:a="http://schemas.openxmlformats.org/drawingml/2006/main">
              <a:ext uri="{FF2B5EF4-FFF2-40B4-BE49-F238E27FC236}">
                <a16:creationId xmlns:a16="http://schemas.microsoft.com/office/drawing/2014/main" id="{F9C7FBDE-50C3-4D60-AB19-B902A2528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145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9" name="icon-clipboard-line-36">
            <a:extLst xmlns:a="http://schemas.openxmlformats.org/drawingml/2006/main">
              <a:ext uri="{FF2B5EF4-FFF2-40B4-BE49-F238E27FC236}">
                <a16:creationId xmlns:a16="http://schemas.microsoft.com/office/drawing/2014/main" id="{279F4A32-3580-4524-8B08-F3E4A424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28850"/>
            <a:ext cx="152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39A3D50F-84A0-4CA4-942E-54C794CD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336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E53935"/>
                </a:solidFill>
              </a:defRPr>
            </a:pPr>
            <a:r>
              <a:rPr sz="990" b="1">
                <a:solidFill>
                  <a:srgbClr val="E53935"/>
                </a:solidFill>
              </a:rPr>
              <a:t>Test diagnostique</a:t>
            </a:r>
          </a:p>
        </p:txBody>
      </p:sp>
      <p:sp>
        <p:nvSpPr>
          <p:cNvPr id="21" name="card-bullets-2">
            <a:extLst xmlns:a="http://schemas.openxmlformats.org/drawingml/2006/main">
              <a:ext uri="{FF2B5EF4-FFF2-40B4-BE49-F238E27FC236}">
                <a16:creationId xmlns:a16="http://schemas.microsoft.com/office/drawing/2014/main" id="{83BA7BEF-2A95-4280-8BC2-1764FAA1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193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00000"/>
                </a:solidFill>
              </a:defRPr>
            </a:pPr>
            <a:r>
              <a:rPr sz="735" b="0">
                <a:solidFill>
                  <a:srgbClr val="000000"/>
                </a:solidFill>
              </a:rPr>
              <a:t>• 20 questions</a:t>
            </a:r>
          </a:p>
          <a:p xmlns:a="http://schemas.openxmlformats.org/drawingml/2006/main">
            <a:pPr algn="l">
              <a:defRPr sz="735" b="0">
                <a:solidFill>
                  <a:srgbClr val="000000"/>
                </a:solidFill>
              </a:defRPr>
            </a:pPr>
            <a:r>
              <a:rPr sz="735" b="0">
                <a:solidFill>
                  <a:srgbClr val="000000"/>
                </a:solidFill>
              </a:rPr>
              <a:t>• Évaluation du niveau</a:t>
            </a:r>
          </a:p>
        </p:txBody>
      </p:sp>
      <p:sp>
        <p:nvSpPr>
          <p:cNvPr id="22" name="card-3-Moteur d'adaptation">
            <a:extLst xmlns:a="http://schemas.openxmlformats.org/drawingml/2006/main">
              <a:ext uri="{FF2B5EF4-FFF2-40B4-BE49-F238E27FC236}">
                <a16:creationId xmlns:a16="http://schemas.microsoft.com/office/drawing/2014/main" id="{892E2CEA-A503-473E-8E3C-0A365BAD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428750"/>
            <a:ext cx="1924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23" name="number-3">
            <a:extLst xmlns:a="http://schemas.openxmlformats.org/drawingml/2006/main">
              <a:ext uri="{FF2B5EF4-FFF2-40B4-BE49-F238E27FC236}">
                <a16:creationId xmlns:a16="http://schemas.microsoft.com/office/drawing/2014/main" id="{156FA2AB-BAE6-40CC-A94F-F93B4155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33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24" name="number-text-3">
            <a:extLst xmlns:a="http://schemas.openxmlformats.org/drawingml/2006/main">
              <a:ext uri="{FF2B5EF4-FFF2-40B4-BE49-F238E27FC236}">
                <a16:creationId xmlns:a16="http://schemas.microsoft.com/office/drawing/2014/main" id="{70C02B1A-BB94-4A2F-82F7-CECC3859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5525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53935"/>
                </a:solidFill>
              </a:defRPr>
            </a:pPr>
            <a:r>
              <a:rPr sz="1050" b="1">
                <a:solidFill>
                  <a:srgbClr val="E53935"/>
                </a:solidFill>
              </a:rPr>
              <a:t>3</a:t>
            </a:r>
          </a:p>
        </p:txBody>
      </p:sp>
      <p:sp>
        <p:nvSpPr>
          <p:cNvPr id="25" name="icon-bars-axis-x">
            <a:extLst xmlns:a="http://schemas.openxmlformats.org/drawingml/2006/main">
              <a:ext uri="{FF2B5EF4-FFF2-40B4-BE49-F238E27FC236}">
                <a16:creationId xmlns:a16="http://schemas.microsoft.com/office/drawing/2014/main" id="{39378E60-FE98-420D-B248-DA936B607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3431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6" name="icon-bars-axis-y">
            <a:extLst xmlns:a="http://schemas.openxmlformats.org/drawingml/2006/main">
              <a:ext uri="{FF2B5EF4-FFF2-40B4-BE49-F238E27FC236}">
                <a16:creationId xmlns:a16="http://schemas.microsoft.com/office/drawing/2014/main" id="{7FA38161-1B8B-4862-BF2E-6B5E758C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00025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7" name="icon-bar-0">
            <a:extLst xmlns:a="http://schemas.openxmlformats.org/drawingml/2006/main">
              <a:ext uri="{FF2B5EF4-FFF2-40B4-BE49-F238E27FC236}">
                <a16:creationId xmlns:a16="http://schemas.microsoft.com/office/drawing/2014/main" id="{021D211B-5781-46CA-9441-1C971C5A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52650"/>
            <a:ext cx="666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28" name="icon-bar-1">
            <a:extLst xmlns:a="http://schemas.openxmlformats.org/drawingml/2006/main">
              <a:ext uri="{FF2B5EF4-FFF2-40B4-BE49-F238E27FC236}">
                <a16:creationId xmlns:a16="http://schemas.microsoft.com/office/drawing/2014/main" id="{9F43AEBA-8324-432C-B54C-5061DFA7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57400"/>
            <a:ext cx="666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29" name="icon-bar-2">
            <a:extLst xmlns:a="http://schemas.openxmlformats.org/drawingml/2006/main">
              <a:ext uri="{FF2B5EF4-FFF2-40B4-BE49-F238E27FC236}">
                <a16:creationId xmlns:a16="http://schemas.microsoft.com/office/drawing/2014/main" id="{B0C33D9F-434F-4955-864A-446611ABF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62150"/>
            <a:ext cx="666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0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1683D767-BD90-46E8-AEF1-576A5675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336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E53935"/>
                </a:solidFill>
              </a:defRPr>
            </a:pPr>
            <a:r>
              <a:rPr sz="990" b="1">
                <a:solidFill>
                  <a:srgbClr val="E53935"/>
                </a:solidFill>
              </a:rPr>
              <a:t>Moteur d'adaptation</a:t>
            </a:r>
          </a:p>
        </p:txBody>
      </p:sp>
      <p:sp>
        <p:nvSpPr>
          <p:cNvPr id="31" name="card-bullets-3">
            <a:extLst xmlns:a="http://schemas.openxmlformats.org/drawingml/2006/main">
              <a:ext uri="{FF2B5EF4-FFF2-40B4-BE49-F238E27FC236}">
                <a16:creationId xmlns:a16="http://schemas.microsoft.com/office/drawing/2014/main" id="{54BD2DDE-270C-4CB0-91CA-F0D0845E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193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00000"/>
                </a:solidFill>
              </a:defRPr>
            </a:pPr>
            <a:r>
              <a:rPr sz="735" b="0">
                <a:solidFill>
                  <a:srgbClr val="000000"/>
                </a:solidFill>
              </a:rPr>
              <a:t>• Analyse des réponses</a:t>
            </a:r>
          </a:p>
          <a:p xmlns:a="http://schemas.openxmlformats.org/drawingml/2006/main">
            <a:pPr algn="l">
              <a:defRPr sz="735" b="0">
                <a:solidFill>
                  <a:srgbClr val="000000"/>
                </a:solidFill>
              </a:defRPr>
            </a:pPr>
            <a:r>
              <a:rPr sz="735" b="0">
                <a:solidFill>
                  <a:srgbClr val="000000"/>
                </a:solidFill>
              </a:rPr>
              <a:t>• Détermination du niveau</a:t>
            </a:r>
          </a:p>
          <a:p xmlns:a="http://schemas.openxmlformats.org/drawingml/2006/main">
            <a:pPr algn="l">
              <a:defRPr sz="735" b="0">
                <a:solidFill>
                  <a:srgbClr val="000000"/>
                </a:solidFill>
              </a:defRPr>
            </a:pPr>
            <a:r>
              <a:rPr sz="735" b="0">
                <a:solidFill>
                  <a:srgbClr val="000000"/>
                </a:solidFill>
              </a:rPr>
              <a:t>• (Débutant / Intermédiaire / Avancé)</a:t>
            </a:r>
          </a:p>
        </p:txBody>
      </p:sp>
      <p:sp>
        <p:nvSpPr>
          <p:cNvPr id="32" name="card-4-Cours personnalisés">
            <a:extLst xmlns:a="http://schemas.openxmlformats.org/drawingml/2006/main">
              <a:ext uri="{FF2B5EF4-FFF2-40B4-BE49-F238E27FC236}">
                <a16:creationId xmlns:a16="http://schemas.microsoft.com/office/drawing/2014/main" id="{80C4EAED-C28E-4779-8AE7-18F5EAB5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428750"/>
            <a:ext cx="1924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33" name="number-4">
            <a:extLst xmlns:a="http://schemas.openxmlformats.org/drawingml/2006/main">
              <a:ext uri="{FF2B5EF4-FFF2-40B4-BE49-F238E27FC236}">
                <a16:creationId xmlns:a16="http://schemas.microsoft.com/office/drawing/2014/main" id="{5B737254-15FF-4ADC-B600-19110AAF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33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34" name="number-text-4">
            <a:extLst xmlns:a="http://schemas.openxmlformats.org/drawingml/2006/main">
              <a:ext uri="{FF2B5EF4-FFF2-40B4-BE49-F238E27FC236}">
                <a16:creationId xmlns:a16="http://schemas.microsoft.com/office/drawing/2014/main" id="{9CD7E7D7-95D2-47F7-A604-D76A7D99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525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53935"/>
                </a:solidFill>
              </a:defRPr>
            </a:pPr>
            <a:r>
              <a:rPr sz="1050" b="1">
                <a:solidFill>
                  <a:srgbClr val="E53935"/>
                </a:solidFill>
              </a:rPr>
              <a:t>4</a:t>
            </a:r>
          </a:p>
        </p:txBody>
      </p:sp>
      <p:sp>
        <p:nvSpPr>
          <p:cNvPr id="35" name="icon-book-left">
            <a:extLst xmlns:a="http://schemas.openxmlformats.org/drawingml/2006/main">
              <a:ext uri="{FF2B5EF4-FFF2-40B4-BE49-F238E27FC236}">
                <a16:creationId xmlns:a16="http://schemas.microsoft.com/office/drawing/2014/main" id="{A04F9B94-9356-4698-BE64-398380FE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981200"/>
            <a:ext cx="19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6" name="icon-book-right">
            <a:extLst xmlns:a="http://schemas.openxmlformats.org/drawingml/2006/main">
              <a:ext uri="{FF2B5EF4-FFF2-40B4-BE49-F238E27FC236}">
                <a16:creationId xmlns:a16="http://schemas.microsoft.com/office/drawing/2014/main" id="{E1A9B08C-3551-4CB3-9746-A01E7A6A3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981200"/>
            <a:ext cx="19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37" name="icon-book-center">
            <a:extLst xmlns:a="http://schemas.openxmlformats.org/drawingml/2006/main">
              <a:ext uri="{FF2B5EF4-FFF2-40B4-BE49-F238E27FC236}">
                <a16:creationId xmlns:a16="http://schemas.microsoft.com/office/drawing/2014/main" id="{ECD8D83D-1B9F-4D0C-B6F0-F3BEA954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981200"/>
            <a:ext cx="1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38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DEF4EE86-605F-4936-B533-856FE10A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E53935"/>
                </a:solidFill>
              </a:defRPr>
            </a:pPr>
            <a:r>
              <a:rPr sz="990" b="1">
                <a:solidFill>
                  <a:srgbClr val="E53935"/>
                </a:solidFill>
              </a:rPr>
              <a:t>Cours personnalisés</a:t>
            </a:r>
          </a:p>
        </p:txBody>
      </p:sp>
      <p:sp>
        <p:nvSpPr>
          <p:cNvPr id="39" name="card-bullets-4">
            <a:extLst xmlns:a="http://schemas.openxmlformats.org/drawingml/2006/main">
              <a:ext uri="{FF2B5EF4-FFF2-40B4-BE49-F238E27FC236}">
                <a16:creationId xmlns:a16="http://schemas.microsoft.com/office/drawing/2014/main" id="{1D342396-FC96-484A-BAAF-4F4974B7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193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00000"/>
                </a:solidFill>
              </a:defRPr>
            </a:pPr>
            <a:r>
              <a:rPr sz="735" b="0">
                <a:solidFill>
                  <a:srgbClr val="000000"/>
                </a:solidFill>
              </a:rPr>
              <a:t>• Cours adaptés</a:t>
            </a:r>
          </a:p>
          <a:p xmlns:a="http://schemas.openxmlformats.org/drawingml/2006/main">
            <a:pPr algn="l">
              <a:defRPr sz="735" b="0">
                <a:solidFill>
                  <a:srgbClr val="000000"/>
                </a:solidFill>
              </a:defRPr>
            </a:pPr>
            <a:r>
              <a:rPr sz="735" b="0">
                <a:solidFill>
                  <a:srgbClr val="000000"/>
                </a:solidFill>
              </a:rPr>
              <a:t>• Ressources pédagogiques</a:t>
            </a:r>
          </a:p>
          <a:p xmlns:a="http://schemas.openxmlformats.org/drawingml/2006/main">
            <a:pPr algn="l">
              <a:defRPr sz="735" b="0">
                <a:solidFill>
                  <a:srgbClr val="000000"/>
                </a:solidFill>
              </a:defRPr>
            </a:pPr>
            <a:r>
              <a:rPr sz="735" b="0">
                <a:solidFill>
                  <a:srgbClr val="000000"/>
                </a:solidFill>
              </a:rPr>
              <a:t>• PDF</a:t>
            </a:r>
          </a:p>
        </p:txBody>
      </p:sp>
      <p:sp>
        <p:nvSpPr>
          <p:cNvPr id="40" name="card-5-Quiz">
            <a:extLst xmlns:a="http://schemas.openxmlformats.org/drawingml/2006/main">
              <a:ext uri="{FF2B5EF4-FFF2-40B4-BE49-F238E27FC236}">
                <a16:creationId xmlns:a16="http://schemas.microsoft.com/office/drawing/2014/main" id="{6FC4C0C7-5CB4-4285-BF41-9E5EEBEE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28750"/>
            <a:ext cx="1924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41" name="number-5">
            <a:extLst xmlns:a="http://schemas.openxmlformats.org/drawingml/2006/main">
              <a:ext uri="{FF2B5EF4-FFF2-40B4-BE49-F238E27FC236}">
                <a16:creationId xmlns:a16="http://schemas.microsoft.com/office/drawing/2014/main" id="{54CE4271-C278-4414-9179-F708662B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33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42" name="number-text-5">
            <a:extLst xmlns:a="http://schemas.openxmlformats.org/drawingml/2006/main">
              <a:ext uri="{FF2B5EF4-FFF2-40B4-BE49-F238E27FC236}">
                <a16:creationId xmlns:a16="http://schemas.microsoft.com/office/drawing/2014/main" id="{2F884386-9754-4CA6-9265-5FD3FAA5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525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53935"/>
                </a:solidFill>
              </a:defRPr>
            </a:pPr>
            <a:r>
              <a:rPr sz="1050" b="1">
                <a:solidFill>
                  <a:srgbClr val="E53935"/>
                </a:solidFill>
              </a:rPr>
              <a:t>5</a:t>
            </a:r>
          </a:p>
        </p:txBody>
      </p:sp>
      <p:sp>
        <p:nvSpPr>
          <p:cNvPr id="43" name="icon-quiz-box">
            <a:extLst xmlns:a="http://schemas.openxmlformats.org/drawingml/2006/main">
              <a:ext uri="{FF2B5EF4-FFF2-40B4-BE49-F238E27FC236}">
                <a16:creationId xmlns:a16="http://schemas.microsoft.com/office/drawing/2014/main" id="{5A734AAF-EA31-428C-B733-05652798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933575"/>
            <a:ext cx="304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44" name="icon-quiz-dot-0">
            <a:extLst xmlns:a="http://schemas.openxmlformats.org/drawingml/2006/main">
              <a:ext uri="{FF2B5EF4-FFF2-40B4-BE49-F238E27FC236}">
                <a16:creationId xmlns:a16="http://schemas.microsoft.com/office/drawing/2014/main" id="{6B4D0B88-B685-408A-8B6C-AF06D96E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0193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5" name="icon-quiz-line-0">
            <a:extLst xmlns:a="http://schemas.openxmlformats.org/drawingml/2006/main">
              <a:ext uri="{FF2B5EF4-FFF2-40B4-BE49-F238E27FC236}">
                <a16:creationId xmlns:a16="http://schemas.microsoft.com/office/drawing/2014/main" id="{EE77931C-AED7-4001-AF75-61DCA01C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03835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6" name="icon-quiz-dot-1">
            <a:extLst xmlns:a="http://schemas.openxmlformats.org/drawingml/2006/main">
              <a:ext uri="{FF2B5EF4-FFF2-40B4-BE49-F238E27FC236}">
                <a16:creationId xmlns:a16="http://schemas.microsoft.com/office/drawing/2014/main" id="{C1A795AA-90ED-4926-92CC-87742B42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124075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7" name="icon-quiz-line-1">
            <a:extLst xmlns:a="http://schemas.openxmlformats.org/drawingml/2006/main">
              <a:ext uri="{FF2B5EF4-FFF2-40B4-BE49-F238E27FC236}">
                <a16:creationId xmlns:a16="http://schemas.microsoft.com/office/drawing/2014/main" id="{8CA4C7E6-94B0-44AC-AB9F-8C8DFAA0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43125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8" name="icon-quiz-dot-2">
            <a:extLst xmlns:a="http://schemas.openxmlformats.org/drawingml/2006/main">
              <a:ext uri="{FF2B5EF4-FFF2-40B4-BE49-F238E27FC236}">
                <a16:creationId xmlns:a16="http://schemas.microsoft.com/office/drawing/2014/main" id="{883748E6-4AA7-40DB-AB04-09F58412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22288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9" name="icon-quiz-line-2">
            <a:extLst xmlns:a="http://schemas.openxmlformats.org/drawingml/2006/main">
              <a:ext uri="{FF2B5EF4-FFF2-40B4-BE49-F238E27FC236}">
                <a16:creationId xmlns:a16="http://schemas.microsoft.com/office/drawing/2014/main" id="{032042C5-4F3D-4E2F-B48C-1B0FE3D6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247900"/>
            <a:ext cx="9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0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8763AF75-509A-4932-99B6-423F273A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33625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E53935"/>
                </a:solidFill>
              </a:defRPr>
            </a:pPr>
            <a:r>
              <a:rPr sz="990" b="1">
                <a:solidFill>
                  <a:srgbClr val="E53935"/>
                </a:solidFill>
              </a:rPr>
              <a:t>Quiz</a:t>
            </a:r>
          </a:p>
        </p:txBody>
      </p:sp>
      <p:sp>
        <p:nvSpPr>
          <p:cNvPr id="51" name="card-bullets-5">
            <a:extLst xmlns:a="http://schemas.openxmlformats.org/drawingml/2006/main">
              <a:ext uri="{FF2B5EF4-FFF2-40B4-BE49-F238E27FC236}">
                <a16:creationId xmlns:a16="http://schemas.microsoft.com/office/drawing/2014/main" id="{41B8396D-F2A8-4F66-BE83-A3C635E1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19375"/>
            <a:ext cx="1600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000000"/>
                </a:solidFill>
              </a:defRPr>
            </a:pPr>
            <a:r>
              <a:rPr sz="735" b="0">
                <a:solidFill>
                  <a:srgbClr val="000000"/>
                </a:solidFill>
              </a:rPr>
              <a:t>• Évaluation</a:t>
            </a:r>
          </a:p>
          <a:p xmlns:a="http://schemas.openxmlformats.org/drawingml/2006/main">
            <a:pPr algn="l">
              <a:defRPr sz="735" b="0">
                <a:solidFill>
                  <a:srgbClr val="000000"/>
                </a:solidFill>
              </a:defRPr>
            </a:pPr>
            <a:r>
              <a:rPr sz="735" b="0">
                <a:solidFill>
                  <a:srgbClr val="000000"/>
                </a:solidFill>
              </a:rPr>
              <a:t>• Correction</a:t>
            </a:r>
          </a:p>
          <a:p xmlns:a="http://schemas.openxmlformats.org/drawingml/2006/main">
            <a:pPr algn="l">
              <a:defRPr sz="735" b="0">
                <a:solidFill>
                  <a:srgbClr val="000000"/>
                </a:solidFill>
              </a:defRPr>
            </a:pPr>
            <a:r>
              <a:rPr sz="735" b="0">
                <a:solidFill>
                  <a:srgbClr val="000000"/>
                </a:solidFill>
              </a:rPr>
              <a:t>• Progression</a:t>
            </a:r>
          </a:p>
        </p:txBody>
      </p:sp>
      <p:sp>
        <p:nvSpPr>
          <p:cNvPr id="52" name="right-arrow-264-232">
            <a:extLst xmlns:a="http://schemas.openxmlformats.org/drawingml/2006/main">
              <a:ext uri="{FF2B5EF4-FFF2-40B4-BE49-F238E27FC236}">
                <a16:creationId xmlns:a16="http://schemas.microsoft.com/office/drawing/2014/main" id="{032F219C-3839-4566-B9B7-87C3F62A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240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53935"/>
                </a:solidFill>
              </a:defRPr>
            </a:pPr>
            <a:r>
              <a:rPr sz="2100" b="1">
                <a:solidFill>
                  <a:srgbClr val="E53935"/>
                </a:solidFill>
              </a:rPr>
              <a:t>→</a:t>
            </a:r>
          </a:p>
        </p:txBody>
      </p:sp>
      <p:sp>
        <p:nvSpPr>
          <p:cNvPr id="53" name="right-arrow-504-232">
            <a:extLst xmlns:a="http://schemas.openxmlformats.org/drawingml/2006/main">
              <a:ext uri="{FF2B5EF4-FFF2-40B4-BE49-F238E27FC236}">
                <a16:creationId xmlns:a16="http://schemas.microsoft.com/office/drawing/2014/main" id="{B8097BC9-15B9-435E-8E63-0AAC7D9B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240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53935"/>
                </a:solidFill>
              </a:defRPr>
            </a:pPr>
            <a:r>
              <a:rPr sz="2100" b="1">
                <a:solidFill>
                  <a:srgbClr val="E53935"/>
                </a:solidFill>
              </a:rPr>
              <a:t>→</a:t>
            </a:r>
          </a:p>
        </p:txBody>
      </p:sp>
      <p:sp>
        <p:nvSpPr>
          <p:cNvPr id="54" name="right-arrow-744-232">
            <a:extLst xmlns:a="http://schemas.openxmlformats.org/drawingml/2006/main">
              <a:ext uri="{FF2B5EF4-FFF2-40B4-BE49-F238E27FC236}">
                <a16:creationId xmlns:a16="http://schemas.microsoft.com/office/drawing/2014/main" id="{2CC7C330-1AA5-4D17-8632-29AF7241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240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53935"/>
                </a:solidFill>
              </a:defRPr>
            </a:pPr>
            <a:r>
              <a:rPr sz="2100" b="1">
                <a:solidFill>
                  <a:srgbClr val="E53935"/>
                </a:solidFill>
              </a:rPr>
              <a:t>→</a:t>
            </a:r>
          </a:p>
        </p:txBody>
      </p:sp>
      <p:sp>
        <p:nvSpPr>
          <p:cNvPr id="55" name="right-arrow-984-232">
            <a:extLst xmlns:a="http://schemas.openxmlformats.org/drawingml/2006/main">
              <a:ext uri="{FF2B5EF4-FFF2-40B4-BE49-F238E27FC236}">
                <a16:creationId xmlns:a16="http://schemas.microsoft.com/office/drawing/2014/main" id="{8EECBCF5-F2E2-471C-851B-103E44CD3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24075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53935"/>
                </a:solidFill>
              </a:defRPr>
            </a:pPr>
            <a:r>
              <a:rPr sz="2100" b="1">
                <a:solidFill>
                  <a:srgbClr val="E53935"/>
                </a:solidFill>
              </a:rPr>
              <a:t>→</a:t>
            </a:r>
          </a:p>
        </p:txBody>
      </p:sp>
      <p:sp>
        <p:nvSpPr>
          <p:cNvPr id="56" name="down-arrow-629-332">
            <a:extLst xmlns:a="http://schemas.openxmlformats.org/drawingml/2006/main">
              <a:ext uri="{FF2B5EF4-FFF2-40B4-BE49-F238E27FC236}">
                <a16:creationId xmlns:a16="http://schemas.microsoft.com/office/drawing/2014/main" id="{77777158-6FD7-4BC0-B4DA-C8BE826A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62300"/>
            <a:ext cx="1524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57" name="wide-card-6-Chatbot IA + RAG">
            <a:extLst xmlns:a="http://schemas.openxmlformats.org/drawingml/2006/main">
              <a:ext uri="{FF2B5EF4-FFF2-40B4-BE49-F238E27FC236}">
                <a16:creationId xmlns:a16="http://schemas.microsoft.com/office/drawing/2014/main" id="{013C409D-71AD-4C5F-8553-877C7354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58" name="number-6">
            <a:extLst xmlns:a="http://schemas.openxmlformats.org/drawingml/2006/main">
              <a:ext uri="{FF2B5EF4-FFF2-40B4-BE49-F238E27FC236}">
                <a16:creationId xmlns:a16="http://schemas.microsoft.com/office/drawing/2014/main" id="{501C2E72-6802-4B61-8F91-887D758A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67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59" name="number-text-6">
            <a:extLst xmlns:a="http://schemas.openxmlformats.org/drawingml/2006/main">
              <a:ext uri="{FF2B5EF4-FFF2-40B4-BE49-F238E27FC236}">
                <a16:creationId xmlns:a16="http://schemas.microsoft.com/office/drawing/2014/main" id="{5A4D99B0-C90E-4B04-878A-14E5DAD6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861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53935"/>
                </a:solidFill>
              </a:defRPr>
            </a:pPr>
            <a:r>
              <a:rPr sz="1050" b="1">
                <a:solidFill>
                  <a:srgbClr val="E53935"/>
                </a:solidFill>
              </a:rPr>
              <a:t>6</a:t>
            </a:r>
          </a:p>
        </p:txBody>
      </p:sp>
      <p:sp>
        <p:nvSpPr>
          <p:cNvPr id="60" name="icon-chat-bubble">
            <a:extLst xmlns:a="http://schemas.openxmlformats.org/drawingml/2006/main">
              <a:ext uri="{FF2B5EF4-FFF2-40B4-BE49-F238E27FC236}">
                <a16:creationId xmlns:a16="http://schemas.microsoft.com/office/drawing/2014/main" id="{05F87837-F5ED-464D-B808-FA09DE89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81400"/>
            <a:ext cx="45720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61" name="icon-chat-dot-0">
            <a:extLst xmlns:a="http://schemas.openxmlformats.org/drawingml/2006/main">
              <a:ext uri="{FF2B5EF4-FFF2-40B4-BE49-F238E27FC236}">
                <a16:creationId xmlns:a16="http://schemas.microsoft.com/office/drawing/2014/main" id="{A926C3B2-0021-4BF5-AFED-3C9AC9AE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24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2" name="icon-chat-dot-1">
            <a:extLst xmlns:a="http://schemas.openxmlformats.org/drawingml/2006/main">
              <a:ext uri="{FF2B5EF4-FFF2-40B4-BE49-F238E27FC236}">
                <a16:creationId xmlns:a16="http://schemas.microsoft.com/office/drawing/2014/main" id="{32518D51-474C-4CF7-9186-F45D3E19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24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3" name="icon-chat-dot-2">
            <a:extLst xmlns:a="http://schemas.openxmlformats.org/drawingml/2006/main">
              <a:ext uri="{FF2B5EF4-FFF2-40B4-BE49-F238E27FC236}">
                <a16:creationId xmlns:a16="http://schemas.microsoft.com/office/drawing/2014/main" id="{3D670FC6-F2C8-4539-A1F3-385B4F32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724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4" name="wide-title-6">
            <a:extLst xmlns:a="http://schemas.openxmlformats.org/drawingml/2006/main">
              <a:ext uri="{FF2B5EF4-FFF2-40B4-BE49-F238E27FC236}">
                <a16:creationId xmlns:a16="http://schemas.microsoft.com/office/drawing/2014/main" id="{6B06E149-FD4E-4BC9-9E60-1D67E5F0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46710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3935"/>
                </a:solidFill>
              </a:defRPr>
            </a:pPr>
            <a:r>
              <a:rPr sz="975" b="1">
                <a:solidFill>
                  <a:srgbClr val="E53935"/>
                </a:solidFill>
              </a:rPr>
              <a:t>Chatbot IA + RAG</a:t>
            </a:r>
          </a:p>
        </p:txBody>
      </p:sp>
      <p:sp>
        <p:nvSpPr>
          <p:cNvPr id="65" name="wide-bullets-6">
            <a:extLst xmlns:a="http://schemas.openxmlformats.org/drawingml/2006/main">
              <a:ext uri="{FF2B5EF4-FFF2-40B4-BE49-F238E27FC236}">
                <a16:creationId xmlns:a16="http://schemas.microsoft.com/office/drawing/2014/main" id="{75F3AA83-8914-4859-A97E-8A6973E9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05225"/>
            <a:ext cx="504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00000"/>
                </a:solidFill>
              </a:defRPr>
            </a:pPr>
            <a:r>
              <a:rPr sz="615" b="0">
                <a:solidFill>
                  <a:srgbClr val="000000"/>
                </a:solidFill>
              </a:rPr>
              <a:t>• Recherche documentaire</a:t>
            </a:r>
          </a:p>
          <a:p xmlns:a="http://schemas.openxmlformats.org/drawingml/2006/main">
            <a:pPr algn="l">
              <a:defRPr sz="615" b="0">
                <a:solidFill>
                  <a:srgbClr val="000000"/>
                </a:solidFill>
              </a:defRPr>
            </a:pPr>
            <a:r>
              <a:rPr sz="615" b="0">
                <a:solidFill>
                  <a:srgbClr val="000000"/>
                </a:solidFill>
              </a:rPr>
              <a:t>• Analyse des PDF</a:t>
            </a:r>
          </a:p>
          <a:p xmlns:a="http://schemas.openxmlformats.org/drawingml/2006/main">
            <a:pPr algn="l">
              <a:defRPr sz="615" b="0">
                <a:solidFill>
                  <a:srgbClr val="000000"/>
                </a:solidFill>
              </a:defRPr>
            </a:pPr>
            <a:r>
              <a:rPr sz="615" b="0">
                <a:solidFill>
                  <a:srgbClr val="000000"/>
                </a:solidFill>
              </a:rPr>
              <a:t>• Réponses personnalisées</a:t>
            </a:r>
          </a:p>
          <a:p xmlns:a="http://schemas.openxmlformats.org/drawingml/2006/main">
            <a:pPr algn="l">
              <a:defRPr sz="615" b="0">
                <a:solidFill>
                  <a:srgbClr val="000000"/>
                </a:solidFill>
              </a:defRPr>
            </a:pPr>
            <a:r>
              <a:rPr sz="615" b="0">
                <a:solidFill>
                  <a:srgbClr val="000000"/>
                </a:solidFill>
              </a:rPr>
              <a:t>• Sources utilisées</a:t>
            </a:r>
          </a:p>
        </p:txBody>
      </p:sp>
      <p:sp>
        <p:nvSpPr>
          <p:cNvPr id="66" name="down-arrow-632-445">
            <a:extLst xmlns:a="http://schemas.openxmlformats.org/drawingml/2006/main">
              <a:ext uri="{FF2B5EF4-FFF2-40B4-BE49-F238E27FC236}">
                <a16:creationId xmlns:a16="http://schemas.microsoft.com/office/drawing/2014/main" id="{D5CCD70D-3920-4B48-9AB4-F7C06E27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386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67" name="wide-card-7-Base documentaire">
            <a:extLst xmlns:a="http://schemas.openxmlformats.org/drawingml/2006/main">
              <a:ext uri="{FF2B5EF4-FFF2-40B4-BE49-F238E27FC236}">
                <a16:creationId xmlns:a16="http://schemas.microsoft.com/office/drawing/2014/main" id="{8CC28FD3-E7C7-4EEC-BC9A-CB059409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68" name="number-7">
            <a:extLst xmlns:a="http://schemas.openxmlformats.org/drawingml/2006/main">
              <a:ext uri="{FF2B5EF4-FFF2-40B4-BE49-F238E27FC236}">
                <a16:creationId xmlns:a16="http://schemas.microsoft.com/office/drawing/2014/main" id="{4276D7DC-A677-42CB-B1B4-66845932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91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69" name="number-text-7">
            <a:extLst xmlns:a="http://schemas.openxmlformats.org/drawingml/2006/main">
              <a:ext uri="{FF2B5EF4-FFF2-40B4-BE49-F238E27FC236}">
                <a16:creationId xmlns:a16="http://schemas.microsoft.com/office/drawing/2014/main" id="{4A98157E-8164-49DE-A576-9C0883FB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10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53935"/>
                </a:solidFill>
              </a:defRPr>
            </a:pPr>
            <a:r>
              <a:rPr sz="1050" b="1">
                <a:solidFill>
                  <a:srgbClr val="E53935"/>
                </a:solidFill>
              </a:rPr>
              <a:t>7</a:t>
            </a:r>
          </a:p>
        </p:txBody>
      </p:sp>
      <p:sp>
        <p:nvSpPr>
          <p:cNvPr id="70" name="icon-db-top">
            <a:extLst xmlns:a="http://schemas.openxmlformats.org/drawingml/2006/main">
              <a:ext uri="{FF2B5EF4-FFF2-40B4-BE49-F238E27FC236}">
                <a16:creationId xmlns:a16="http://schemas.microsoft.com/office/drawing/2014/main" id="{2CA5A3D2-6513-4158-A25B-663EF2B0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14875"/>
            <a:ext cx="4000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71" name="icon-db-body">
            <a:extLst xmlns:a="http://schemas.openxmlformats.org/drawingml/2006/main">
              <a:ext uri="{FF2B5EF4-FFF2-40B4-BE49-F238E27FC236}">
                <a16:creationId xmlns:a16="http://schemas.microsoft.com/office/drawing/2014/main" id="{23D6EC6C-0048-4D3C-A5A1-114B4D3E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78155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72" name="icon-db-bottom">
            <a:extLst xmlns:a="http://schemas.openxmlformats.org/drawingml/2006/main">
              <a:ext uri="{FF2B5EF4-FFF2-40B4-BE49-F238E27FC236}">
                <a16:creationId xmlns:a16="http://schemas.microsoft.com/office/drawing/2014/main" id="{47C08BAB-9D3E-41F8-87CD-C52293EA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00625"/>
            <a:ext cx="4000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000"/>
            </a:solidFill>
            <a:prstDash val="solid"/>
          </a:ln>
        </p:spPr>
      </p:sp>
      <p:sp>
        <p:nvSpPr>
          <p:cNvPr id="73" name="wide-title-7">
            <a:extLst xmlns:a="http://schemas.openxmlformats.org/drawingml/2006/main">
              <a:ext uri="{FF2B5EF4-FFF2-40B4-BE49-F238E27FC236}">
                <a16:creationId xmlns:a16="http://schemas.microsoft.com/office/drawing/2014/main" id="{8D76F676-4444-44BF-A663-5DC43830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5910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3935"/>
                </a:solidFill>
              </a:defRPr>
            </a:pPr>
            <a:r>
              <a:rPr sz="975" b="1">
                <a:solidFill>
                  <a:srgbClr val="E53935"/>
                </a:solidFill>
              </a:rPr>
              <a:t>Base documentaire</a:t>
            </a:r>
          </a:p>
        </p:txBody>
      </p:sp>
      <p:sp>
        <p:nvSpPr>
          <p:cNvPr id="74" name="wide-bullets-7">
            <a:extLst xmlns:a="http://schemas.openxmlformats.org/drawingml/2006/main">
              <a:ext uri="{FF2B5EF4-FFF2-40B4-BE49-F238E27FC236}">
                <a16:creationId xmlns:a16="http://schemas.microsoft.com/office/drawing/2014/main" id="{38B403F5-89F3-4556-B2F0-1B2F6129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29175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00000"/>
                </a:solidFill>
              </a:defRPr>
            </a:pPr>
            <a:r>
              <a:rPr sz="615" b="0">
                <a:solidFill>
                  <a:srgbClr val="000000"/>
                </a:solidFill>
              </a:rPr>
              <a:t>• PDF des cours</a:t>
            </a:r>
          </a:p>
          <a:p xmlns:a="http://schemas.openxmlformats.org/drawingml/2006/main">
            <a:pPr algn="l">
              <a:defRPr sz="615" b="0">
                <a:solidFill>
                  <a:srgbClr val="000000"/>
                </a:solidFill>
              </a:defRPr>
            </a:pPr>
            <a:r>
              <a:rPr sz="615" b="0">
                <a:solidFill>
                  <a:srgbClr val="000000"/>
                </a:solidFill>
              </a:rPr>
              <a:t>• Chunking</a:t>
            </a:r>
          </a:p>
          <a:p xmlns:a="http://schemas.openxmlformats.org/drawingml/2006/main">
            <a:pPr algn="l">
              <a:defRPr sz="615" b="0">
                <a:solidFill>
                  <a:srgbClr val="000000"/>
                </a:solidFill>
              </a:defRPr>
            </a:pPr>
            <a:r>
              <a:rPr sz="615" b="0">
                <a:solidFill>
                  <a:srgbClr val="000000"/>
                </a:solidFill>
              </a:rPr>
              <a:t>• Recherche documentaire</a:t>
            </a:r>
          </a:p>
        </p:txBody>
      </p:sp>
      <p:sp>
        <p:nvSpPr>
          <p:cNvPr id="75" name="down-arrow-632-557">
            <a:extLst xmlns:a="http://schemas.openxmlformats.org/drawingml/2006/main">
              <a:ext uri="{FF2B5EF4-FFF2-40B4-BE49-F238E27FC236}">
                <a16:creationId xmlns:a16="http://schemas.microsoft.com/office/drawing/2014/main" id="{16F0164B-36A2-4D54-A0AC-D2C321B1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05425"/>
            <a:ext cx="152400" cy="1905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76" name="wide-card-8-Dashboard &amp; Profil">
            <a:extLst xmlns:a="http://schemas.openxmlformats.org/drawingml/2006/main">
              <a:ext uri="{FF2B5EF4-FFF2-40B4-BE49-F238E27FC236}">
                <a16:creationId xmlns:a16="http://schemas.microsoft.com/office/drawing/2014/main" id="{BA0B2001-7D46-4ED1-8D2E-183958A3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524500"/>
            <a:ext cx="533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77" name="number-8">
            <a:extLst xmlns:a="http://schemas.openxmlformats.org/drawingml/2006/main">
              <a:ext uri="{FF2B5EF4-FFF2-40B4-BE49-F238E27FC236}">
                <a16:creationId xmlns:a16="http://schemas.microsoft.com/office/drawing/2014/main" id="{EBF4CDB8-2FD6-4182-86B5-A8CDE62D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57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53935"/>
            </a:solidFill>
            <a:prstDash val="solid"/>
          </a:ln>
        </p:spPr>
      </p:sp>
      <p:sp>
        <p:nvSpPr>
          <p:cNvPr id="78" name="number-text-8">
            <a:extLst xmlns:a="http://schemas.openxmlformats.org/drawingml/2006/main">
              <a:ext uri="{FF2B5EF4-FFF2-40B4-BE49-F238E27FC236}">
                <a16:creationId xmlns:a16="http://schemas.microsoft.com/office/drawing/2014/main" id="{49943CDF-3153-44CE-97B0-5B65F00D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76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53935"/>
                </a:solidFill>
              </a:defRPr>
            </a:pPr>
            <a:r>
              <a:rPr sz="1050" b="1">
                <a:solidFill>
                  <a:srgbClr val="E53935"/>
                </a:solidFill>
              </a:rPr>
              <a:t>8</a:t>
            </a:r>
          </a:p>
        </p:txBody>
      </p:sp>
      <p:sp>
        <p:nvSpPr>
          <p:cNvPr id="79" name="icon-dash-y">
            <a:extLst xmlns:a="http://schemas.openxmlformats.org/drawingml/2006/main">
              <a:ext uri="{FF2B5EF4-FFF2-40B4-BE49-F238E27FC236}">
                <a16:creationId xmlns:a16="http://schemas.microsoft.com/office/drawing/2014/main" id="{01D49CD7-EAE9-4203-953F-BE9A1343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8102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0" name="icon-dash-x">
            <a:extLst xmlns:a="http://schemas.openxmlformats.org/drawingml/2006/main">
              <a:ext uri="{FF2B5EF4-FFF2-40B4-BE49-F238E27FC236}">
                <a16:creationId xmlns:a16="http://schemas.microsoft.com/office/drawing/2014/main" id="{4233E599-A53F-4C31-B84B-05BE6A37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6191250"/>
            <a:ext cx="43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1" name="icon-dash-point-0">
            <a:extLst xmlns:a="http://schemas.openxmlformats.org/drawingml/2006/main">
              <a:ext uri="{FF2B5EF4-FFF2-40B4-BE49-F238E27FC236}">
                <a16:creationId xmlns:a16="http://schemas.microsoft.com/office/drawing/2014/main" id="{F5D2E991-8FB6-4BA8-B2CC-E4B96701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0960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2" name="icon-dash-point-1">
            <a:extLst xmlns:a="http://schemas.openxmlformats.org/drawingml/2006/main">
              <a:ext uri="{FF2B5EF4-FFF2-40B4-BE49-F238E27FC236}">
                <a16:creationId xmlns:a16="http://schemas.microsoft.com/office/drawing/2014/main" id="{3F49FA0F-CB41-4D28-B267-9A0F46DE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0007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3" name="icon-dash-point-2">
            <a:extLst xmlns:a="http://schemas.openxmlformats.org/drawingml/2006/main">
              <a:ext uri="{FF2B5EF4-FFF2-40B4-BE49-F238E27FC236}">
                <a16:creationId xmlns:a16="http://schemas.microsoft.com/office/drawing/2014/main" id="{12B2E8A3-D8FC-45C8-87F1-6AE530D9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605790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4" name="icon-dash-point-3">
            <a:extLst xmlns:a="http://schemas.openxmlformats.org/drawingml/2006/main">
              <a:ext uri="{FF2B5EF4-FFF2-40B4-BE49-F238E27FC236}">
                <a16:creationId xmlns:a16="http://schemas.microsoft.com/office/drawing/2014/main" id="{F2020623-75A1-4BA7-88B3-4511AB31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924550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5" name="wide-title-8">
            <a:extLst xmlns:a="http://schemas.openxmlformats.org/drawingml/2006/main">
              <a:ext uri="{FF2B5EF4-FFF2-40B4-BE49-F238E27FC236}">
                <a16:creationId xmlns:a16="http://schemas.microsoft.com/office/drawing/2014/main" id="{8E715E58-8D8F-485C-AC9E-5F5D4DBB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65785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53935"/>
                </a:solidFill>
              </a:defRPr>
            </a:pPr>
            <a:r>
              <a:rPr sz="975" b="1">
                <a:solidFill>
                  <a:srgbClr val="E53935"/>
                </a:solidFill>
              </a:rPr>
              <a:t>Dashboard &amp; Profil</a:t>
            </a:r>
          </a:p>
        </p:txBody>
      </p:sp>
      <p:sp>
        <p:nvSpPr>
          <p:cNvPr id="86" name="wide-bullets-8">
            <a:extLst xmlns:a="http://schemas.openxmlformats.org/drawingml/2006/main">
              <a:ext uri="{FF2B5EF4-FFF2-40B4-BE49-F238E27FC236}">
                <a16:creationId xmlns:a16="http://schemas.microsoft.com/office/drawing/2014/main" id="{5A65008E-8636-4DA5-846A-2A425CC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895975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000000"/>
                </a:solidFill>
              </a:defRPr>
            </a:pPr>
            <a:r>
              <a:rPr sz="615" b="0">
                <a:solidFill>
                  <a:srgbClr val="000000"/>
                </a:solidFill>
              </a:rPr>
              <a:t>• Progression</a:t>
            </a:r>
          </a:p>
          <a:p xmlns:a="http://schemas.openxmlformats.org/drawingml/2006/main">
            <a:pPr algn="l">
              <a:defRPr sz="615" b="0">
                <a:solidFill>
                  <a:srgbClr val="000000"/>
                </a:solidFill>
              </a:defRPr>
            </a:pPr>
            <a:r>
              <a:rPr sz="615" b="0">
                <a:solidFill>
                  <a:srgbClr val="000000"/>
                </a:solidFill>
              </a:rPr>
              <a:t>• Historique</a:t>
            </a:r>
          </a:p>
          <a:p xmlns:a="http://schemas.openxmlformats.org/drawingml/2006/main">
            <a:pPr algn="l">
              <a:defRPr sz="615" b="0">
                <a:solidFill>
                  <a:srgbClr val="000000"/>
                </a:solidFill>
              </a:defRPr>
            </a:pPr>
            <a:r>
              <a:rPr sz="615" b="0">
                <a:solidFill>
                  <a:srgbClr val="000000"/>
                </a:solidFill>
              </a:rPr>
              <a:t>• Recommandations</a:t>
            </a:r>
          </a:p>
          <a:p xmlns:a="http://schemas.openxmlformats.org/drawingml/2006/main">
            <a:pPr algn="l">
              <a:defRPr sz="615" b="0">
                <a:solidFill>
                  <a:srgbClr val="000000"/>
                </a:solidFill>
              </a:defRPr>
            </a:pPr>
            <a:r>
              <a:rPr sz="615" b="0">
                <a:solidFill>
                  <a:srgbClr val="000000"/>
                </a:solidFill>
              </a:rPr>
              <a:t>• Scores</a:t>
            </a:r>
          </a:p>
        </p:txBody>
      </p:sp>
      <p:sp>
        <p:nvSpPr>
          <p:cNvPr id="87" name="return-line-vertical">
            <a:extLst xmlns:a="http://schemas.openxmlformats.org/drawingml/2006/main">
              <a:ext uri="{FF2B5EF4-FFF2-40B4-BE49-F238E27FC236}">
                <a16:creationId xmlns:a16="http://schemas.microsoft.com/office/drawing/2014/main" id="{AC55C108-BBB0-43D5-97FF-8456CE50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124200"/>
            <a:ext cx="19050" cy="2838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88" name="return-line-bottom">
            <a:extLst xmlns:a="http://schemas.openxmlformats.org/drawingml/2006/main">
              <a:ext uri="{FF2B5EF4-FFF2-40B4-BE49-F238E27FC236}">
                <a16:creationId xmlns:a16="http://schemas.microsoft.com/office/drawing/2014/main" id="{1DAC6C2E-B2A3-49C0-901F-542E82FB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962650"/>
            <a:ext cx="14001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89" name="return-line-top">
            <a:extLst xmlns:a="http://schemas.openxmlformats.org/drawingml/2006/main">
              <a:ext uri="{FF2B5EF4-FFF2-40B4-BE49-F238E27FC236}">
                <a16:creationId xmlns:a16="http://schemas.microsoft.com/office/drawing/2014/main" id="{6B58A3B3-F481-4063-AF3E-D264006C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24200"/>
            <a:ext cx="828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90" name="return-arrow-head">
            <a:extLst xmlns:a="http://schemas.openxmlformats.org/drawingml/2006/main">
              <a:ext uri="{FF2B5EF4-FFF2-40B4-BE49-F238E27FC236}">
                <a16:creationId xmlns:a16="http://schemas.microsoft.com/office/drawing/2014/main" id="{7D8B8024-9A9A-40BE-8253-71928A6A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622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53935"/>
                </a:solidFill>
              </a:defRPr>
            </a:pPr>
            <a:r>
              <a:rPr sz="1950" b="1">
                <a:solidFill>
                  <a:srgbClr val="E53935"/>
                </a:solidFill>
              </a:rPr>
              <a:t>←</a:t>
            </a:r>
          </a:p>
        </p:txBody>
      </p:sp>
      <p:sp>
        <p:nvSpPr>
          <p:cNvPr id="91" name="return-label">
            <a:extLst xmlns:a="http://schemas.openxmlformats.org/drawingml/2006/main">
              <a:ext uri="{FF2B5EF4-FFF2-40B4-BE49-F238E27FC236}">
                <a16:creationId xmlns:a16="http://schemas.microsoft.com/office/drawing/2014/main" id="{82D8BAA3-F460-41EB-8A3E-9CCF46A2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286375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" b="0">
                <a:solidFill>
                  <a:srgbClr val="000000"/>
                </a:solidFill>
              </a:defRPr>
            </a:pPr>
            <a:r>
              <a:rPr sz="600" b="0">
                <a:solidFill>
                  <a:srgbClr val="000000"/>
                </a:solidFill>
              </a:rPr>
              <a:t>Les résultats permettent d'améliorer le parcours d'apprentissage.</a:t>
            </a:r>
          </a:p>
        </p:txBody>
      </p:sp>
    </p:spTree>
    <p:extLst>
      <p:ext uri="{BB962C8B-B14F-4D97-AF65-F5344CB8AC3E}">
        <p14:creationId xmlns:p14="http://schemas.microsoft.com/office/powerpoint/2010/main" val="7371200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2026-07-06T13:24:18.1640000Z</dcterms:created>
  <dcterms:modified xsi:type="dcterms:W3CDTF">2026-07-06T13:24:18.1650000Z</dcterms:modified>
</coreProperties>
</file>