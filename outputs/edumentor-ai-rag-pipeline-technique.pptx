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aa434513b34a8f" /><Relationship Type="http://schemas.openxmlformats.org/officeDocument/2006/relationships/extended-properties" Target="/docProps/app.xml" Id="Rd23c8fc53777424d" /><Relationship Type="http://schemas.openxmlformats.org/officeDocument/2006/relationships/officeDocument" Target="/ppt/presentation.xml" Id="Rf89d2b0ce0a043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a9ce66d70f40b5"/>
  </p:sldMasterIdLst>
  <p:notesMasterIdLst>
    <p:notesMasterId xmlns:r="http://schemas.openxmlformats.org/officeDocument/2006/relationships" r:id="R65870d4ddfda4f6e"/>
  </p:notesMasterIdLst>
  <p:sldIdLst>
    <p:sldId xmlns:r="http://schemas.openxmlformats.org/officeDocument/2006/relationships" id="256" r:id="R5bc0643c04c145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ef8c9db90b4077" /><Relationship Type="http://schemas.openxmlformats.org/officeDocument/2006/relationships/slideMaster" Target="/ppt/slideMasters/slideMaster1.xml" Id="R29a9ce66d70f40b5" /><Relationship Type="http://schemas.openxmlformats.org/officeDocument/2006/relationships/notesMaster" Target="/ppt/notesMasters/notesMaster1.xml" Id="R65870d4ddfda4f6e" /><Relationship Type="http://schemas.openxmlformats.org/officeDocument/2006/relationships/presProps" Target="/ppt/presProps.xml" Id="Rdb51bbafcdf74080" /><Relationship Type="http://schemas.openxmlformats.org/officeDocument/2006/relationships/tableStyles" Target="/ppt/tableStyles.xml" Id="Rd33b73577bc7415d" /><Relationship Type="http://schemas.openxmlformats.org/officeDocument/2006/relationships/slide" Target="/ppt/slides/slide1.xml" Id="R5bc0643c04c145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7c8700fff24f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b9f237ef1f40c5" /><Relationship Type="http://schemas.openxmlformats.org/officeDocument/2006/relationships/notesMaster" Target="/ppt/notesMasters/notesMaster1.xml" Id="R3f6032db32664c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2426e677b4e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1db0a11bf8442b" /><Relationship Type="http://schemas.openxmlformats.org/officeDocument/2006/relationships/slideLayout" Target="/ppt/slideLayouts/slideLayout1.xml" Id="R1e8e5b3dab604b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e5b3dab604b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a59abbd754373" /><Relationship Type="http://schemas.openxmlformats.org/officeDocument/2006/relationships/notesSlide" Target="/ppt/notesSlides/notesSlide1.xml" Id="Rce578df1c19f47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left-corner">
            <a:extLst xmlns:a="http://schemas.openxmlformats.org/drawingml/2006/main">
              <a:ext uri="{FF2B5EF4-FFF2-40B4-BE49-F238E27FC236}">
                <a16:creationId xmlns:a16="http://schemas.microsoft.com/office/drawing/2014/main" id="{E38DD897-C250-4FE2-A1FE-99B761CA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8763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slide-number-banner">
            <a:extLst xmlns:a="http://schemas.openxmlformats.org/drawingml/2006/main">
              <a:ext uri="{FF2B5EF4-FFF2-40B4-BE49-F238E27FC236}">
                <a16:creationId xmlns:a16="http://schemas.microsoft.com/office/drawing/2014/main" id="{41577481-9C8A-4452-911D-2CF3E840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A7316D-C556-4104-8883-3AF4742A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SLIDE 3</a:t>
            </a:r>
          </a:p>
        </p:txBody>
      </p:sp>
      <p:sp>
        <p:nvSpPr>
          <p:cNvPr id="4" name="main-title">
            <a:extLst xmlns:a="http://schemas.openxmlformats.org/drawingml/2006/main">
              <a:ext uri="{FF2B5EF4-FFF2-40B4-BE49-F238E27FC236}">
                <a16:creationId xmlns:a16="http://schemas.microsoft.com/office/drawing/2014/main" id="{7E84EB03-C5DB-4733-BF88-D2C63BE3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00000"/>
                </a:solidFill>
              </a:defRPr>
            </a:pPr>
            <a:r>
              <a:rPr sz="2325" b="1">
                <a:solidFill>
                  <a:srgbClr val="C00000"/>
                </a:solidFill>
              </a:rPr>
              <a:t>PIPELINE TECHNIQUE DU SYSTÈME RAG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AA53B1D-5D9B-4E28-8E83-EEADCB7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</a:defRPr>
            </a:pPr>
            <a:r>
              <a:rPr sz="1350" b="1">
                <a:solidFill>
                  <a:srgbClr val="1D2430"/>
                </a:solidFill>
              </a:rPr>
              <a:t>Fonctionnement du chatbot EduMentor AI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CAFFE808-74A4-4B15-BDAC-A265BB55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066800"/>
            <a:ext cx="11734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7" name="step-1-card">
            <a:extLst xmlns:a="http://schemas.openxmlformats.org/drawingml/2006/main">
              <a:ext uri="{FF2B5EF4-FFF2-40B4-BE49-F238E27FC236}">
                <a16:creationId xmlns:a16="http://schemas.microsoft.com/office/drawing/2014/main" id="{4DA180D0-F08D-403B-A796-2B3A9AD9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00150"/>
            <a:ext cx="4762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8" name="step-1-number-circle">
            <a:extLst xmlns:a="http://schemas.openxmlformats.org/drawingml/2006/main">
              <a:ext uri="{FF2B5EF4-FFF2-40B4-BE49-F238E27FC236}">
                <a16:creationId xmlns:a16="http://schemas.microsoft.com/office/drawing/2014/main" id="{46F31714-F094-488E-A1A8-30CB85A3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76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9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61023134-76F1-4FF2-99E7-C61B0496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858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icon-person-head">
            <a:extLst xmlns:a="http://schemas.openxmlformats.org/drawingml/2006/main">
              <a:ext uri="{FF2B5EF4-FFF2-40B4-BE49-F238E27FC236}">
                <a16:creationId xmlns:a16="http://schemas.microsoft.com/office/drawing/2014/main" id="{21442123-4E97-4A3C-95D7-CAF706DF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228725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icon-person-shoulders">
            <a:extLst xmlns:a="http://schemas.openxmlformats.org/drawingml/2006/main">
              <a:ext uri="{FF2B5EF4-FFF2-40B4-BE49-F238E27FC236}">
                <a16:creationId xmlns:a16="http://schemas.microsoft.com/office/drawing/2014/main" id="{D8207DC9-72D9-4E93-896E-39200DD9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57325"/>
            <a:ext cx="476250" cy="3048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D3A4481A-4D5F-4047-9381-8FB9A238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763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Question étudiant</a:t>
            </a:r>
          </a:p>
        </p:txBody>
      </p:sp>
      <p:sp>
        <p:nvSpPr>
          <p:cNvPr id="13" name="step-1-body">
            <a:extLst xmlns:a="http://schemas.openxmlformats.org/drawingml/2006/main">
              <a:ext uri="{FF2B5EF4-FFF2-40B4-BE49-F238E27FC236}">
                <a16:creationId xmlns:a16="http://schemas.microsoft.com/office/drawing/2014/main" id="{6D15D799-C520-4BD2-8523-C8CCFACF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478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L'étudiant pose une question</a:t>
            </a:r>
          </a:p>
        </p:txBody>
      </p:sp>
      <p:sp>
        <p:nvSpPr>
          <p:cNvPr id="14" name="pipeline-down-arrow">
            <a:extLst xmlns:a="http://schemas.openxmlformats.org/drawingml/2006/main">
              <a:ext uri="{FF2B5EF4-FFF2-40B4-BE49-F238E27FC236}">
                <a16:creationId xmlns:a16="http://schemas.microsoft.com/office/drawing/2014/main" id="{45879F17-DAD1-46A8-BF85-BB964B0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6192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15" name="step-2-card">
            <a:extLst xmlns:a="http://schemas.openxmlformats.org/drawingml/2006/main">
              <a:ext uri="{FF2B5EF4-FFF2-40B4-BE49-F238E27FC236}">
                <a16:creationId xmlns:a16="http://schemas.microsoft.com/office/drawing/2014/main" id="{70C1C162-8309-4093-9663-BB64F5B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24025"/>
            <a:ext cx="4762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16" name="step-2-number-circle">
            <a:extLst xmlns:a="http://schemas.openxmlformats.org/drawingml/2006/main">
              <a:ext uri="{FF2B5EF4-FFF2-40B4-BE49-F238E27FC236}">
                <a16:creationId xmlns:a16="http://schemas.microsoft.com/office/drawing/2014/main" id="{F8FADC72-E3F2-4386-83FE-87C1D065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02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1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A2679D84-67FF-467A-915F-9B144C8D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icon-chat-bubble">
            <a:extLst xmlns:a="http://schemas.openxmlformats.org/drawingml/2006/main">
              <a:ext uri="{FF2B5EF4-FFF2-40B4-BE49-F238E27FC236}">
                <a16:creationId xmlns:a16="http://schemas.microsoft.com/office/drawing/2014/main" id="{35349EE7-97F6-4F9C-98EA-55E960A4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495300" cy="323850"/>
          </a:xfrm>
          <a:prstGeom xmlns:a="http://schemas.openxmlformats.org/drawingml/2006/main" prst="wedgeRoundRectCallou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icon-chat-dot-0">
            <a:extLst xmlns:a="http://schemas.openxmlformats.org/drawingml/2006/main">
              <a:ext uri="{FF2B5EF4-FFF2-40B4-BE49-F238E27FC236}">
                <a16:creationId xmlns:a16="http://schemas.microsoft.com/office/drawing/2014/main" id="{23C8CE41-6089-4C4F-9CA2-9B55006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43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0" name="icon-chat-dot-1">
            <a:extLst xmlns:a="http://schemas.openxmlformats.org/drawingml/2006/main">
              <a:ext uri="{FF2B5EF4-FFF2-40B4-BE49-F238E27FC236}">
                <a16:creationId xmlns:a16="http://schemas.microsoft.com/office/drawing/2014/main" id="{7142E9B1-D9B5-497A-AD88-B6F54326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43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icon-chat-dot-2">
            <a:extLst xmlns:a="http://schemas.openxmlformats.org/drawingml/2006/main">
              <a:ext uri="{FF2B5EF4-FFF2-40B4-BE49-F238E27FC236}">
                <a16:creationId xmlns:a16="http://schemas.microsoft.com/office/drawing/2014/main" id="{543B9E41-AFF1-48FC-83BB-D0948E97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2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51060541-8709-4542-AA2C-744E13D3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0225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Chatbot EduMentor AI</a:t>
            </a:r>
          </a:p>
        </p:txBody>
      </p:sp>
      <p:sp>
        <p:nvSpPr>
          <p:cNvPr id="23" name="step-2-body">
            <a:extLst xmlns:a="http://schemas.openxmlformats.org/drawingml/2006/main">
              <a:ext uri="{FF2B5EF4-FFF2-40B4-BE49-F238E27FC236}">
                <a16:creationId xmlns:a16="http://schemas.microsoft.com/office/drawing/2014/main" id="{D33812F2-8687-4ED9-8B0C-0AEFF8D5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71675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Reçoit la question et la transmet au moteur RAG</a:t>
            </a:r>
          </a:p>
        </p:txBody>
      </p:sp>
      <p:sp>
        <p:nvSpPr>
          <p:cNvPr id="24" name="pipeline-down-arrow">
            <a:extLst xmlns:a="http://schemas.openxmlformats.org/drawingml/2006/main">
              <a:ext uri="{FF2B5EF4-FFF2-40B4-BE49-F238E27FC236}">
                <a16:creationId xmlns:a16="http://schemas.microsoft.com/office/drawing/2014/main" id="{F6A972DB-2BEF-4FB2-A7D1-13D9DD35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431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25" name="step-3-card">
            <a:extLst xmlns:a="http://schemas.openxmlformats.org/drawingml/2006/main">
              <a:ext uri="{FF2B5EF4-FFF2-40B4-BE49-F238E27FC236}">
                <a16:creationId xmlns:a16="http://schemas.microsoft.com/office/drawing/2014/main" id="{F5E54BA3-DCFC-4AA5-B27D-FFC21410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4762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26" name="step-3-number-circle">
            <a:extLst xmlns:a="http://schemas.openxmlformats.org/drawingml/2006/main">
              <a:ext uri="{FF2B5EF4-FFF2-40B4-BE49-F238E27FC236}">
                <a16:creationId xmlns:a16="http://schemas.microsoft.com/office/drawing/2014/main" id="{4F0D1718-16D7-47E8-899A-A1323BCD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7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9C26D819-C358-4A18-B808-D47CCCFA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icon-search-circle">
            <a:extLst xmlns:a="http://schemas.openxmlformats.org/drawingml/2006/main">
              <a:ext uri="{FF2B5EF4-FFF2-40B4-BE49-F238E27FC236}">
                <a16:creationId xmlns:a16="http://schemas.microsoft.com/office/drawing/2014/main" id="{2DEC4DC5-A305-46A5-B04E-DF851B08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14575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icon-search-handle">
            <a:extLst xmlns:a="http://schemas.openxmlformats.org/drawingml/2006/main">
              <a:ext uri="{FF2B5EF4-FFF2-40B4-BE49-F238E27FC236}">
                <a16:creationId xmlns:a16="http://schemas.microsoft.com/office/drawing/2014/main" id="{80F55B53-7772-4DD0-85AA-EC897D3F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03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0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387DE0C1-6764-4A88-87DD-903E7DAF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Recherche RAG</a:t>
            </a:r>
          </a:p>
        </p:txBody>
      </p:sp>
      <p:sp>
        <p:nvSpPr>
          <p:cNvPr id="31" name="step-3-body">
            <a:extLst xmlns:a="http://schemas.openxmlformats.org/drawingml/2006/main">
              <a:ext uri="{FF2B5EF4-FFF2-40B4-BE49-F238E27FC236}">
                <a16:creationId xmlns:a16="http://schemas.microsoft.com/office/drawing/2014/main" id="{56FC8AFF-E558-49EA-9A0F-E31A805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9555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Recherche des documents pertinents dans la base documentaire</a:t>
            </a:r>
          </a:p>
        </p:txBody>
      </p:sp>
      <p:sp>
        <p:nvSpPr>
          <p:cNvPr id="32" name="pipeline-down-arrow">
            <a:extLst xmlns:a="http://schemas.openxmlformats.org/drawingml/2006/main">
              <a:ext uri="{FF2B5EF4-FFF2-40B4-BE49-F238E27FC236}">
                <a16:creationId xmlns:a16="http://schemas.microsoft.com/office/drawing/2014/main" id="{F1CC8E28-D68F-4E6F-854C-032EB7C4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6670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33" name="step-4-card">
            <a:extLst xmlns:a="http://schemas.openxmlformats.org/drawingml/2006/main">
              <a:ext uri="{FF2B5EF4-FFF2-40B4-BE49-F238E27FC236}">
                <a16:creationId xmlns:a16="http://schemas.microsoft.com/office/drawing/2014/main" id="{91D9648E-9C08-426B-9D69-09F9C5D0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71775"/>
            <a:ext cx="4762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34" name="step-4-number-circle">
            <a:extLst xmlns:a="http://schemas.openxmlformats.org/drawingml/2006/main">
              <a:ext uri="{FF2B5EF4-FFF2-40B4-BE49-F238E27FC236}">
                <a16:creationId xmlns:a16="http://schemas.microsoft.com/office/drawing/2014/main" id="{6A773C92-96C9-40C9-A84F-15856295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47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5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91EA3268-6296-4C43-84D3-2F75F96B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575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icon-pdf-page">
            <a:extLst xmlns:a="http://schemas.openxmlformats.org/drawingml/2006/main">
              <a:ext uri="{FF2B5EF4-FFF2-40B4-BE49-F238E27FC236}">
                <a16:creationId xmlns:a16="http://schemas.microsoft.com/office/drawing/2014/main" id="{08ACE9B6-7323-42E9-86B1-5899B1C4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098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7" name="icon-pdf-fold-a">
            <a:extLst xmlns:a="http://schemas.openxmlformats.org/drawingml/2006/main">
              <a:ext uri="{FF2B5EF4-FFF2-40B4-BE49-F238E27FC236}">
                <a16:creationId xmlns:a16="http://schemas.microsoft.com/office/drawing/2014/main" id="{AB43F787-D4FC-429D-981D-5BD40B41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19400"/>
            <a:ext cx="19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8" name="icon-pdf-fold-b">
            <a:extLst xmlns:a="http://schemas.openxmlformats.org/drawingml/2006/main">
              <a:ext uri="{FF2B5EF4-FFF2-40B4-BE49-F238E27FC236}">
                <a16:creationId xmlns:a16="http://schemas.microsoft.com/office/drawing/2014/main" id="{284E51E9-E864-4673-8A39-A8E6D647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9" name="icon-pdf-text">
            <a:extLst xmlns:a="http://schemas.openxmlformats.org/drawingml/2006/main">
              <a:ext uri="{FF2B5EF4-FFF2-40B4-BE49-F238E27FC236}">
                <a16:creationId xmlns:a16="http://schemas.microsoft.com/office/drawing/2014/main" id="{6504AC34-865F-4277-A10E-46144EC6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289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</a:defRPr>
            </a:pPr>
            <a:r>
              <a:rPr sz="675" b="1">
                <a:solidFill>
                  <a:srgbClr val="111111"/>
                </a:solidFill>
              </a:rPr>
              <a:t>PDF</a:t>
            </a:r>
          </a:p>
        </p:txBody>
      </p:sp>
      <p:sp>
        <p:nvSpPr>
          <p:cNvPr id="4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0F97BBD9-DA0F-4C86-888E-3A338B41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47975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Base documentaire</a:t>
            </a:r>
          </a:p>
        </p:txBody>
      </p:sp>
      <p:sp>
        <p:nvSpPr>
          <p:cNvPr id="4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D58C43C1-4919-4573-A00D-BE70E4B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19425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PDF des cours</a:t>
            </a:r>
          </a:p>
        </p:txBody>
      </p:sp>
      <p:sp>
        <p:nvSpPr>
          <p:cNvPr id="42" name="pipeline-down-arrow">
            <a:extLst xmlns:a="http://schemas.openxmlformats.org/drawingml/2006/main">
              <a:ext uri="{FF2B5EF4-FFF2-40B4-BE49-F238E27FC236}">
                <a16:creationId xmlns:a16="http://schemas.microsoft.com/office/drawing/2014/main" id="{FF147840-6FB6-46D4-B92C-E991A925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1908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43" name="step-5-card">
            <a:extLst xmlns:a="http://schemas.openxmlformats.org/drawingml/2006/main">
              <a:ext uri="{FF2B5EF4-FFF2-40B4-BE49-F238E27FC236}">
                <a16:creationId xmlns:a16="http://schemas.microsoft.com/office/drawing/2014/main" id="{F53C6C11-4CA0-47FB-904E-6855CCD5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4762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44" name="step-5-number-circle">
            <a:extLst xmlns:a="http://schemas.openxmlformats.org/drawingml/2006/main">
              <a:ext uri="{FF2B5EF4-FFF2-40B4-BE49-F238E27FC236}">
                <a16:creationId xmlns:a16="http://schemas.microsoft.com/office/drawing/2014/main" id="{31B7365A-750F-4120-80C5-979B766B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5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27366E50-5A4E-4E63-9C94-97C5A483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813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6" name="icon-text-page">
            <a:extLst xmlns:a="http://schemas.openxmlformats.org/drawingml/2006/main">
              <a:ext uri="{FF2B5EF4-FFF2-40B4-BE49-F238E27FC236}">
                <a16:creationId xmlns:a16="http://schemas.microsoft.com/office/drawing/2014/main" id="{ACF91F96-7B75-4B09-90A4-EB5C98F3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4327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7" name="icon-text-line-0">
            <a:extLst xmlns:a="http://schemas.openxmlformats.org/drawingml/2006/main">
              <a:ext uri="{FF2B5EF4-FFF2-40B4-BE49-F238E27FC236}">
                <a16:creationId xmlns:a16="http://schemas.microsoft.com/office/drawing/2014/main" id="{BE0FDC91-DA86-44C8-AA78-AD51D22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29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8" name="icon-text-line-1">
            <a:extLst xmlns:a="http://schemas.openxmlformats.org/drawingml/2006/main">
              <a:ext uri="{FF2B5EF4-FFF2-40B4-BE49-F238E27FC236}">
                <a16:creationId xmlns:a16="http://schemas.microsoft.com/office/drawing/2014/main" id="{E16D3B9E-DC8E-43BB-B3BC-FB679274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052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9" name="icon-text-line-2">
            <a:extLst xmlns:a="http://schemas.openxmlformats.org/drawingml/2006/main">
              <a:ext uri="{FF2B5EF4-FFF2-40B4-BE49-F238E27FC236}">
                <a16:creationId xmlns:a16="http://schemas.microsoft.com/office/drawing/2014/main" id="{7F7076F3-5135-4A24-B9E9-BB6CB06F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0" name="icon-text-line-3">
            <a:extLst xmlns:a="http://schemas.openxmlformats.org/drawingml/2006/main">
              <a:ext uri="{FF2B5EF4-FFF2-40B4-BE49-F238E27FC236}">
                <a16:creationId xmlns:a16="http://schemas.microsoft.com/office/drawing/2014/main" id="{EE66383F-5652-442C-8447-B7425FC6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6576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1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F0E30A65-3DBA-41F6-88F0-FC2C165A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Extraction du texte</a:t>
            </a:r>
          </a:p>
        </p:txBody>
      </p:sp>
      <p:sp>
        <p:nvSpPr>
          <p:cNvPr id="52" name="step-5-body">
            <a:extLst xmlns:a="http://schemas.openxmlformats.org/drawingml/2006/main">
              <a:ext uri="{FF2B5EF4-FFF2-40B4-BE49-F238E27FC236}">
                <a16:creationId xmlns:a16="http://schemas.microsoft.com/office/drawing/2014/main" id="{36CFF8D6-EBB3-4435-B797-9ECBDB82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Extraction du contenu des PDF</a:t>
            </a:r>
          </a:p>
        </p:txBody>
      </p:sp>
      <p:sp>
        <p:nvSpPr>
          <p:cNvPr id="53" name="pipeline-down-arrow">
            <a:extLst xmlns:a="http://schemas.openxmlformats.org/drawingml/2006/main">
              <a:ext uri="{FF2B5EF4-FFF2-40B4-BE49-F238E27FC236}">
                <a16:creationId xmlns:a16="http://schemas.microsoft.com/office/drawing/2014/main" id="{00253325-A82D-44BF-96CE-FFAB9919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14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54" name="step-6-card">
            <a:extLst xmlns:a="http://schemas.openxmlformats.org/drawingml/2006/main">
              <a:ext uri="{FF2B5EF4-FFF2-40B4-BE49-F238E27FC236}">
                <a16:creationId xmlns:a16="http://schemas.microsoft.com/office/drawing/2014/main" id="{44DD33E2-7565-42E7-9F93-F3FB78A9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9525"/>
            <a:ext cx="4762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55" name="step-6-number-circle">
            <a:extLst xmlns:a="http://schemas.openxmlformats.org/drawingml/2006/main">
              <a:ext uri="{FF2B5EF4-FFF2-40B4-BE49-F238E27FC236}">
                <a16:creationId xmlns:a16="http://schemas.microsoft.com/office/drawing/2014/main" id="{E5ACD12E-20D9-4584-BA71-D8390E4E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95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6" name="step-6-number">
            <a:extLst xmlns:a="http://schemas.openxmlformats.org/drawingml/2006/main">
              <a:ext uri="{FF2B5EF4-FFF2-40B4-BE49-F238E27FC236}">
                <a16:creationId xmlns:a16="http://schemas.microsoft.com/office/drawing/2014/main" id="{11202C8B-53A1-448F-8B01-D17F9038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7" name="icon-grid-0">
            <a:extLst xmlns:a="http://schemas.openxmlformats.org/drawingml/2006/main">
              <a:ext uri="{FF2B5EF4-FFF2-40B4-BE49-F238E27FC236}">
                <a16:creationId xmlns:a16="http://schemas.microsoft.com/office/drawing/2014/main" id="{F5072E19-A4F6-4536-8D48-AABC3802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05250"/>
            <a:ext cx="857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8" name="icon-grid-1">
            <a:extLst xmlns:a="http://schemas.openxmlformats.org/drawingml/2006/main">
              <a:ext uri="{FF2B5EF4-FFF2-40B4-BE49-F238E27FC236}">
                <a16:creationId xmlns:a16="http://schemas.microsoft.com/office/drawing/2014/main" id="{3F11960E-0638-4789-B445-20D6BE5B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905250"/>
            <a:ext cx="857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9" name="icon-grid-2">
            <a:extLst xmlns:a="http://schemas.openxmlformats.org/drawingml/2006/main">
              <a:ext uri="{FF2B5EF4-FFF2-40B4-BE49-F238E27FC236}">
                <a16:creationId xmlns:a16="http://schemas.microsoft.com/office/drawing/2014/main" id="{BE76BAEE-1086-4C87-A018-D14205FD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5250"/>
            <a:ext cx="857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0" name="icon-grid-3">
            <a:extLst xmlns:a="http://schemas.openxmlformats.org/drawingml/2006/main">
              <a:ext uri="{FF2B5EF4-FFF2-40B4-BE49-F238E27FC236}">
                <a16:creationId xmlns:a16="http://schemas.microsoft.com/office/drawing/2014/main" id="{5BD6C4BD-F824-439D-96A4-82AE84EC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19550"/>
            <a:ext cx="857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1" name="icon-grid-4">
            <a:extLst xmlns:a="http://schemas.openxmlformats.org/drawingml/2006/main">
              <a:ext uri="{FF2B5EF4-FFF2-40B4-BE49-F238E27FC236}">
                <a16:creationId xmlns:a16="http://schemas.microsoft.com/office/drawing/2014/main" id="{C74001F5-614A-4273-900C-C5D787D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19550"/>
            <a:ext cx="857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2" name="icon-grid-5">
            <a:extLst xmlns:a="http://schemas.openxmlformats.org/drawingml/2006/main">
              <a:ext uri="{FF2B5EF4-FFF2-40B4-BE49-F238E27FC236}">
                <a16:creationId xmlns:a16="http://schemas.microsoft.com/office/drawing/2014/main" id="{57CE72E1-2455-435C-A1AA-9A12238D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857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3" name="icon-grid-6">
            <a:extLst xmlns:a="http://schemas.openxmlformats.org/drawingml/2006/main">
              <a:ext uri="{FF2B5EF4-FFF2-40B4-BE49-F238E27FC236}">
                <a16:creationId xmlns:a16="http://schemas.microsoft.com/office/drawing/2014/main" id="{D533D807-FD73-41DE-B769-060788C3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33850"/>
            <a:ext cx="857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4" name="icon-grid-7">
            <a:extLst xmlns:a="http://schemas.openxmlformats.org/drawingml/2006/main">
              <a:ext uri="{FF2B5EF4-FFF2-40B4-BE49-F238E27FC236}">
                <a16:creationId xmlns:a16="http://schemas.microsoft.com/office/drawing/2014/main" id="{1E75364E-AE95-4C8C-AFB6-CB03752E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133850"/>
            <a:ext cx="857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5" name="icon-grid-8">
            <a:extLst xmlns:a="http://schemas.openxmlformats.org/drawingml/2006/main">
              <a:ext uri="{FF2B5EF4-FFF2-40B4-BE49-F238E27FC236}">
                <a16:creationId xmlns:a16="http://schemas.microsoft.com/office/drawing/2014/main" id="{89D7E0D2-5160-4BD8-8391-AAB2558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33850"/>
            <a:ext cx="857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6" name="step-6-title">
            <a:extLst xmlns:a="http://schemas.openxmlformats.org/drawingml/2006/main">
              <a:ext uri="{FF2B5EF4-FFF2-40B4-BE49-F238E27FC236}">
                <a16:creationId xmlns:a16="http://schemas.microsoft.com/office/drawing/2014/main" id="{6989E753-AC14-4B50-A96E-FB459CC7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95725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Chunking</a:t>
            </a:r>
          </a:p>
        </p:txBody>
      </p:sp>
      <p:sp>
        <p:nvSpPr>
          <p:cNvPr id="67" name="step-6-body">
            <a:extLst xmlns:a="http://schemas.openxmlformats.org/drawingml/2006/main">
              <a:ext uri="{FF2B5EF4-FFF2-40B4-BE49-F238E27FC236}">
                <a16:creationId xmlns:a16="http://schemas.microsoft.com/office/drawing/2014/main" id="{4FC1D49B-0125-4A4C-B86F-4110B9C6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67175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Découpage du texte en petits morceaux (chunks)</a:t>
            </a:r>
          </a:p>
        </p:txBody>
      </p:sp>
      <p:sp>
        <p:nvSpPr>
          <p:cNvPr id="68" name="pipeline-down-arrow">
            <a:extLst xmlns:a="http://schemas.openxmlformats.org/drawingml/2006/main">
              <a:ext uri="{FF2B5EF4-FFF2-40B4-BE49-F238E27FC236}">
                <a16:creationId xmlns:a16="http://schemas.microsoft.com/office/drawing/2014/main" id="{4735242D-1B09-4D16-BEAE-D139D9B2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2386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69" name="step-7-card">
            <a:extLst xmlns:a="http://schemas.openxmlformats.org/drawingml/2006/main">
              <a:ext uri="{FF2B5EF4-FFF2-40B4-BE49-F238E27FC236}">
                <a16:creationId xmlns:a16="http://schemas.microsoft.com/office/drawing/2014/main" id="{8BFCEFC8-3CA1-4928-968D-46547328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43400"/>
            <a:ext cx="4762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70" name="step-7-number-circle">
            <a:extLst xmlns:a="http://schemas.openxmlformats.org/drawingml/2006/main">
              <a:ext uri="{FF2B5EF4-FFF2-40B4-BE49-F238E27FC236}">
                <a16:creationId xmlns:a16="http://schemas.microsoft.com/office/drawing/2014/main" id="{8F9E4D42-B3FA-4A5E-A5EC-8CC07290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19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71" name="step-7-number">
            <a:extLst xmlns:a="http://schemas.openxmlformats.org/drawingml/2006/main">
              <a:ext uri="{FF2B5EF4-FFF2-40B4-BE49-F238E27FC236}">
                <a16:creationId xmlns:a16="http://schemas.microsoft.com/office/drawing/2014/main" id="{DB0C27B1-7A72-4650-9E0A-E79BECE3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291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2" name="icon-check-0">
            <a:extLst xmlns:a="http://schemas.openxmlformats.org/drawingml/2006/main">
              <a:ext uri="{FF2B5EF4-FFF2-40B4-BE49-F238E27FC236}">
                <a16:creationId xmlns:a16="http://schemas.microsoft.com/office/drawing/2014/main" id="{94CF599F-6BC3-40C6-B9EA-1D148BF1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005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✓</a:t>
            </a:r>
          </a:p>
        </p:txBody>
      </p:sp>
      <p:sp>
        <p:nvSpPr>
          <p:cNvPr id="73" name="icon-check-line-0">
            <a:extLst xmlns:a="http://schemas.openxmlformats.org/drawingml/2006/main">
              <a:ext uri="{FF2B5EF4-FFF2-40B4-BE49-F238E27FC236}">
                <a16:creationId xmlns:a16="http://schemas.microsoft.com/office/drawing/2014/main" id="{6E7684EA-66A9-41C5-8B4D-E9DC372F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7675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4" name="icon-check-1">
            <a:extLst xmlns:a="http://schemas.openxmlformats.org/drawingml/2006/main">
              <a:ext uri="{FF2B5EF4-FFF2-40B4-BE49-F238E27FC236}">
                <a16:creationId xmlns:a16="http://schemas.microsoft.com/office/drawing/2014/main" id="{3FBDC8E7-F9AC-4C60-8D72-8DEEBE32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5148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✓</a:t>
            </a:r>
          </a:p>
        </p:txBody>
      </p:sp>
      <p:sp>
        <p:nvSpPr>
          <p:cNvPr id="75" name="icon-check-line-1">
            <a:extLst xmlns:a="http://schemas.openxmlformats.org/drawingml/2006/main">
              <a:ext uri="{FF2B5EF4-FFF2-40B4-BE49-F238E27FC236}">
                <a16:creationId xmlns:a16="http://schemas.microsoft.com/office/drawing/2014/main" id="{43E719AE-12EA-4951-A5CA-7690784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59105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6" name="icon-check-2">
            <a:extLst xmlns:a="http://schemas.openxmlformats.org/drawingml/2006/main">
              <a:ext uri="{FF2B5EF4-FFF2-40B4-BE49-F238E27FC236}">
                <a16:creationId xmlns:a16="http://schemas.microsoft.com/office/drawing/2014/main" id="{8B791E17-1F74-4189-8F21-CE0BF9CE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291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✓</a:t>
            </a:r>
          </a:p>
        </p:txBody>
      </p:sp>
      <p:sp>
        <p:nvSpPr>
          <p:cNvPr id="77" name="icon-check-line-2">
            <a:extLst xmlns:a="http://schemas.openxmlformats.org/drawingml/2006/main">
              <a:ext uri="{FF2B5EF4-FFF2-40B4-BE49-F238E27FC236}">
                <a16:creationId xmlns:a16="http://schemas.microsoft.com/office/drawing/2014/main" id="{522BF69C-54E2-4AD6-A6CB-93618729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70535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8" name="step-7-title">
            <a:extLst xmlns:a="http://schemas.openxmlformats.org/drawingml/2006/main">
              <a:ext uri="{FF2B5EF4-FFF2-40B4-BE49-F238E27FC236}">
                <a16:creationId xmlns:a16="http://schemas.microsoft.com/office/drawing/2014/main" id="{15676968-7D17-4A78-ADD4-F8984B84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1960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Sélection des meilleurs chunks</a:t>
            </a:r>
          </a:p>
        </p:txBody>
      </p:sp>
      <p:sp>
        <p:nvSpPr>
          <p:cNvPr id="79" name="step-7-body">
            <a:extLst xmlns:a="http://schemas.openxmlformats.org/drawingml/2006/main">
              <a:ext uri="{FF2B5EF4-FFF2-40B4-BE49-F238E27FC236}">
                <a16:creationId xmlns:a16="http://schemas.microsoft.com/office/drawing/2014/main" id="{7DA86C57-87D7-4D1F-A414-FD0FF049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9105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Sélection des passages les plus pertinents</a:t>
            </a:r>
          </a:p>
        </p:txBody>
      </p:sp>
      <p:sp>
        <p:nvSpPr>
          <p:cNvPr id="80" name="pipeline-down-arrow">
            <a:extLst xmlns:a="http://schemas.openxmlformats.org/drawingml/2006/main">
              <a:ext uri="{FF2B5EF4-FFF2-40B4-BE49-F238E27FC236}">
                <a16:creationId xmlns:a16="http://schemas.microsoft.com/office/drawing/2014/main" id="{A0442D0B-19EA-40AD-B0C2-2AF0BD2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762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81" name="step-8-card">
            <a:extLst xmlns:a="http://schemas.openxmlformats.org/drawingml/2006/main">
              <a:ext uri="{FF2B5EF4-FFF2-40B4-BE49-F238E27FC236}">
                <a16:creationId xmlns:a16="http://schemas.microsoft.com/office/drawing/2014/main" id="{51B9C607-A4C3-4A9B-BF4F-BEA82779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67275"/>
            <a:ext cx="4762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82" name="step-8-number-circle">
            <a:extLst xmlns:a="http://schemas.openxmlformats.org/drawingml/2006/main">
              <a:ext uri="{FF2B5EF4-FFF2-40B4-BE49-F238E27FC236}">
                <a16:creationId xmlns:a16="http://schemas.microsoft.com/office/drawing/2014/main" id="{72785320-585B-4FA7-9547-4E3EF5FD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434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83" name="step-8-number">
            <a:extLst xmlns:a="http://schemas.openxmlformats.org/drawingml/2006/main">
              <a:ext uri="{FF2B5EF4-FFF2-40B4-BE49-F238E27FC236}">
                <a16:creationId xmlns:a16="http://schemas.microsoft.com/office/drawing/2014/main" id="{41C81C6E-E2E7-4920-BBA1-72FB4694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4" name="icon-brain-cloud">
            <a:extLst xmlns:a="http://schemas.openxmlformats.org/drawingml/2006/main">
              <a:ext uri="{FF2B5EF4-FFF2-40B4-BE49-F238E27FC236}">
                <a16:creationId xmlns:a16="http://schemas.microsoft.com/office/drawing/2014/main" id="{872295BB-2A45-4637-A326-37CC837D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14900"/>
            <a:ext cx="400050" cy="361950"/>
          </a:xfrm>
          <a:prstGeom xmlns:a="http://schemas.openxmlformats.org/drawingml/2006/main" prst="clou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5" name="icon-brain-mid">
            <a:extLst xmlns:a="http://schemas.openxmlformats.org/drawingml/2006/main">
              <a:ext uri="{FF2B5EF4-FFF2-40B4-BE49-F238E27FC236}">
                <a16:creationId xmlns:a16="http://schemas.microsoft.com/office/drawing/2014/main" id="{78B8489D-BABE-4FDB-A04B-F720A6CF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953000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6" name="step-8-title">
            <a:extLst xmlns:a="http://schemas.openxmlformats.org/drawingml/2006/main">
              <a:ext uri="{FF2B5EF4-FFF2-40B4-BE49-F238E27FC236}">
                <a16:creationId xmlns:a16="http://schemas.microsoft.com/office/drawing/2014/main" id="{C7C17EFC-3081-4B5B-9B46-AF103C06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43475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Génération de la réponse</a:t>
            </a:r>
          </a:p>
        </p:txBody>
      </p:sp>
      <p:sp>
        <p:nvSpPr>
          <p:cNvPr id="87" name="step-8-body">
            <a:extLst xmlns:a="http://schemas.openxmlformats.org/drawingml/2006/main">
              <a:ext uri="{FF2B5EF4-FFF2-40B4-BE49-F238E27FC236}">
                <a16:creationId xmlns:a16="http://schemas.microsoft.com/office/drawing/2014/main" id="{27376B8B-2C72-46E1-ACC9-12E0886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14925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Construction de la réponse à partir des passages récupérés</a:t>
            </a:r>
          </a:p>
        </p:txBody>
      </p:sp>
      <p:sp>
        <p:nvSpPr>
          <p:cNvPr id="88" name="pipeline-down-arrow">
            <a:extLst xmlns:a="http://schemas.openxmlformats.org/drawingml/2006/main">
              <a:ext uri="{FF2B5EF4-FFF2-40B4-BE49-F238E27FC236}">
                <a16:creationId xmlns:a16="http://schemas.microsoft.com/office/drawing/2014/main" id="{92743F4D-F9F9-4CD9-8E97-4E44A4B3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2863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>↓</a:t>
            </a:r>
          </a:p>
        </p:txBody>
      </p:sp>
      <p:sp>
        <p:nvSpPr>
          <p:cNvPr id="89" name="step-9-card">
            <a:extLst xmlns:a="http://schemas.openxmlformats.org/drawingml/2006/main">
              <a:ext uri="{FF2B5EF4-FFF2-40B4-BE49-F238E27FC236}">
                <a16:creationId xmlns:a16="http://schemas.microsoft.com/office/drawing/2014/main" id="{F565D8A9-A8F0-4491-B8D9-05138F86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91150"/>
            <a:ext cx="4762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90" name="step-9-number-circle">
            <a:extLst xmlns:a="http://schemas.openxmlformats.org/drawingml/2006/main">
              <a:ext uri="{FF2B5EF4-FFF2-40B4-BE49-F238E27FC236}">
                <a16:creationId xmlns:a16="http://schemas.microsoft.com/office/drawing/2014/main" id="{90568430-FC7B-4462-9462-E4CBB506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67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91" name="step-9-number">
            <a:extLst xmlns:a="http://schemas.openxmlformats.org/drawingml/2006/main">
              <a:ext uri="{FF2B5EF4-FFF2-40B4-BE49-F238E27FC236}">
                <a16:creationId xmlns:a16="http://schemas.microsoft.com/office/drawing/2014/main" id="{81B2B6BA-416F-406F-B5F0-5B5FDE09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768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92" name="icon-doc-page">
            <a:extLst xmlns:a="http://schemas.openxmlformats.org/drawingml/2006/main">
              <a:ext uri="{FF2B5EF4-FFF2-40B4-BE49-F238E27FC236}">
                <a16:creationId xmlns:a16="http://schemas.microsoft.com/office/drawing/2014/main" id="{EB164DBA-992B-4F11-BFAE-7F2AE32F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3" name="icon-doc-line-0">
            <a:extLst xmlns:a="http://schemas.openxmlformats.org/drawingml/2006/main">
              <a:ext uri="{FF2B5EF4-FFF2-40B4-BE49-F238E27FC236}">
                <a16:creationId xmlns:a16="http://schemas.microsoft.com/office/drawing/2014/main" id="{6F456E0D-7FE1-48E3-B0AA-8818A00A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5530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4" name="icon-doc-line-1">
            <a:extLst xmlns:a="http://schemas.openxmlformats.org/drawingml/2006/main">
              <a:ext uri="{FF2B5EF4-FFF2-40B4-BE49-F238E27FC236}">
                <a16:creationId xmlns:a16="http://schemas.microsoft.com/office/drawing/2014/main" id="{4AB1CD28-86D5-47AB-AB0D-5D52BC4D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6292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5" name="icon-doc-line-2">
            <a:extLst xmlns:a="http://schemas.openxmlformats.org/drawingml/2006/main">
              <a:ext uri="{FF2B5EF4-FFF2-40B4-BE49-F238E27FC236}">
                <a16:creationId xmlns:a16="http://schemas.microsoft.com/office/drawing/2014/main" id="{BB9AEF63-97D0-41C9-9F15-16D23D5E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7054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6" name="step-9-title">
            <a:extLst xmlns:a="http://schemas.openxmlformats.org/drawingml/2006/main">
              <a:ext uri="{FF2B5EF4-FFF2-40B4-BE49-F238E27FC236}">
                <a16:creationId xmlns:a16="http://schemas.microsoft.com/office/drawing/2014/main" id="{661ACE9C-B19D-4FF6-AFF4-7D1F8DE1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67350"/>
            <a:ext cx="3000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Réponse utilisateur + Sources</a:t>
            </a:r>
          </a:p>
        </p:txBody>
      </p:sp>
      <p:sp>
        <p:nvSpPr>
          <p:cNvPr id="97" name="step-9-body">
            <a:extLst xmlns:a="http://schemas.openxmlformats.org/drawingml/2006/main">
              <a:ext uri="{FF2B5EF4-FFF2-40B4-BE49-F238E27FC236}">
                <a16:creationId xmlns:a16="http://schemas.microsoft.com/office/drawing/2014/main" id="{FEEDD1D8-07F7-4A73-8EE1-E2CDEDD4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6388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Réponse générée</a:t>
            </a:r>
          </a:p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Affichage des sources (PDF + numéro de page)</a:t>
            </a:r>
          </a:p>
        </p:txBody>
      </p:sp>
      <p:sp>
        <p:nvSpPr>
          <p:cNvPr id="98" name="loop-left-vertical-0">
            <a:extLst xmlns:a="http://schemas.openxmlformats.org/drawingml/2006/main">
              <a:ext uri="{FF2B5EF4-FFF2-40B4-BE49-F238E27FC236}">
                <a16:creationId xmlns:a16="http://schemas.microsoft.com/office/drawing/2014/main" id="{7054E7BB-380C-4E3B-9D47-AA2CD075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99" name="loop-left-vertical-1">
            <a:extLst xmlns:a="http://schemas.openxmlformats.org/drawingml/2006/main">
              <a:ext uri="{FF2B5EF4-FFF2-40B4-BE49-F238E27FC236}">
                <a16:creationId xmlns:a16="http://schemas.microsoft.com/office/drawing/2014/main" id="{4B4B6D20-E4CA-4B96-85C4-E35BAA19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0" name="loop-left-vertical-2">
            <a:extLst xmlns:a="http://schemas.openxmlformats.org/drawingml/2006/main">
              <a:ext uri="{FF2B5EF4-FFF2-40B4-BE49-F238E27FC236}">
                <a16:creationId xmlns:a16="http://schemas.microsoft.com/office/drawing/2014/main" id="{B6C18707-21CA-4B3B-B91F-855FCBF8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4802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1" name="loop-left-vertical-3">
            <a:extLst xmlns:a="http://schemas.openxmlformats.org/drawingml/2006/main">
              <a:ext uri="{FF2B5EF4-FFF2-40B4-BE49-F238E27FC236}">
                <a16:creationId xmlns:a16="http://schemas.microsoft.com/office/drawing/2014/main" id="{3A87C02A-60F1-488C-915C-714DED1B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7185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2" name="loop-left-vertical-4">
            <a:extLst xmlns:a="http://schemas.openxmlformats.org/drawingml/2006/main">
              <a:ext uri="{FF2B5EF4-FFF2-40B4-BE49-F238E27FC236}">
                <a16:creationId xmlns:a16="http://schemas.microsoft.com/office/drawing/2014/main" id="{23CB0940-642F-4758-BEA7-5EF7462E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9567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3" name="loop-left-vertical-5">
            <a:extLst xmlns:a="http://schemas.openxmlformats.org/drawingml/2006/main">
              <a:ext uri="{FF2B5EF4-FFF2-40B4-BE49-F238E27FC236}">
                <a16:creationId xmlns:a16="http://schemas.microsoft.com/office/drawing/2014/main" id="{C8870403-6424-4888-B470-88640B8B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1950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4" name="loop-left-vertical-6">
            <a:extLst xmlns:a="http://schemas.openxmlformats.org/drawingml/2006/main">
              <a:ext uri="{FF2B5EF4-FFF2-40B4-BE49-F238E27FC236}">
                <a16:creationId xmlns:a16="http://schemas.microsoft.com/office/drawing/2014/main" id="{5ECE4930-551D-4CA8-B67A-FF4FE760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4332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5" name="loop-left-vertical-7">
            <a:extLst xmlns:a="http://schemas.openxmlformats.org/drawingml/2006/main">
              <a:ext uri="{FF2B5EF4-FFF2-40B4-BE49-F238E27FC236}">
                <a16:creationId xmlns:a16="http://schemas.microsoft.com/office/drawing/2014/main" id="{050A9EE8-6094-419A-A170-3B5F3A5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6" name="loop-left-vertical-8">
            <a:extLst xmlns:a="http://schemas.openxmlformats.org/drawingml/2006/main">
              <a:ext uri="{FF2B5EF4-FFF2-40B4-BE49-F238E27FC236}">
                <a16:creationId xmlns:a16="http://schemas.microsoft.com/office/drawing/2014/main" id="{F67C8FD5-2DCC-4F4F-8EC1-DE926173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9097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7" name="loop-left-vertical-9">
            <a:extLst xmlns:a="http://schemas.openxmlformats.org/drawingml/2006/main">
              <a:ext uri="{FF2B5EF4-FFF2-40B4-BE49-F238E27FC236}">
                <a16:creationId xmlns:a16="http://schemas.microsoft.com/office/drawing/2014/main" id="{3BA61414-B311-479E-9B79-623FDC7C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1480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8" name="loop-left-vertical-10">
            <a:extLst xmlns:a="http://schemas.openxmlformats.org/drawingml/2006/main">
              <a:ext uri="{FF2B5EF4-FFF2-40B4-BE49-F238E27FC236}">
                <a16:creationId xmlns:a16="http://schemas.microsoft.com/office/drawing/2014/main" id="{6F718E04-5A25-48FA-82B6-90B4FE4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3862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09" name="loop-left-vertical-11">
            <a:extLst xmlns:a="http://schemas.openxmlformats.org/drawingml/2006/main">
              <a:ext uri="{FF2B5EF4-FFF2-40B4-BE49-F238E27FC236}">
                <a16:creationId xmlns:a16="http://schemas.microsoft.com/office/drawing/2014/main" id="{8E1ECFE7-3DEB-40A6-8336-A2925DD9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6245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0" name="loop-left-vertical-12">
            <a:extLst xmlns:a="http://schemas.openxmlformats.org/drawingml/2006/main">
              <a:ext uri="{FF2B5EF4-FFF2-40B4-BE49-F238E27FC236}">
                <a16:creationId xmlns:a16="http://schemas.microsoft.com/office/drawing/2014/main" id="{3ABBF2E3-8D7D-40AD-AF37-2C38BE44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8627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1" name="loop-left-vertical-13">
            <a:extLst xmlns:a="http://schemas.openxmlformats.org/drawingml/2006/main">
              <a:ext uri="{FF2B5EF4-FFF2-40B4-BE49-F238E27FC236}">
                <a16:creationId xmlns:a16="http://schemas.microsoft.com/office/drawing/2014/main" id="{B7013ED0-09A9-4389-AB30-7C9B7A22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010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2" name="loop-left-vertical-14">
            <a:extLst xmlns:a="http://schemas.openxmlformats.org/drawingml/2006/main">
              <a:ext uri="{FF2B5EF4-FFF2-40B4-BE49-F238E27FC236}">
                <a16:creationId xmlns:a16="http://schemas.microsoft.com/office/drawing/2014/main" id="{F7E57E4C-82A8-4663-BFC1-1093E09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3392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3" name="loop-left-vertical-15">
            <a:extLst xmlns:a="http://schemas.openxmlformats.org/drawingml/2006/main">
              <a:ext uri="{FF2B5EF4-FFF2-40B4-BE49-F238E27FC236}">
                <a16:creationId xmlns:a16="http://schemas.microsoft.com/office/drawing/2014/main" id="{B9DF0158-7854-46AA-8DEF-35965C18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4" name="loop-left-vertical-16">
            <a:extLst xmlns:a="http://schemas.openxmlformats.org/drawingml/2006/main">
              <a:ext uri="{FF2B5EF4-FFF2-40B4-BE49-F238E27FC236}">
                <a16:creationId xmlns:a16="http://schemas.microsoft.com/office/drawing/2014/main" id="{C45CCB2E-DD52-4998-A9D9-182DA4A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8157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5" name="loop-left-vertical-17">
            <a:extLst xmlns:a="http://schemas.openxmlformats.org/drawingml/2006/main">
              <a:ext uri="{FF2B5EF4-FFF2-40B4-BE49-F238E27FC236}">
                <a16:creationId xmlns:a16="http://schemas.microsoft.com/office/drawing/2014/main" id="{C17ACF64-3414-4270-BCEF-89597C72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0540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6" name="loop-left-vertical-18">
            <a:extLst xmlns:a="http://schemas.openxmlformats.org/drawingml/2006/main">
              <a:ext uri="{FF2B5EF4-FFF2-40B4-BE49-F238E27FC236}">
                <a16:creationId xmlns:a16="http://schemas.microsoft.com/office/drawing/2014/main" id="{7DF7CBAC-C09C-4E66-818C-E43A841F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2922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7" name="loop-left-vertical-19">
            <a:extLst xmlns:a="http://schemas.openxmlformats.org/drawingml/2006/main">
              <a:ext uri="{FF2B5EF4-FFF2-40B4-BE49-F238E27FC236}">
                <a16:creationId xmlns:a16="http://schemas.microsoft.com/office/drawing/2014/main" id="{48B907D7-7A2D-4520-84F7-8232A560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8" name="loop-left-vertical-20">
            <a:extLst xmlns:a="http://schemas.openxmlformats.org/drawingml/2006/main">
              <a:ext uri="{FF2B5EF4-FFF2-40B4-BE49-F238E27FC236}">
                <a16:creationId xmlns:a16="http://schemas.microsoft.com/office/drawing/2014/main" id="{DB7DA871-9C48-4FB5-A6A6-B1BDF87F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76875"/>
            <a:ext cx="1143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19" name="loop-left-vertical-21">
            <a:extLst xmlns:a="http://schemas.openxmlformats.org/drawingml/2006/main">
              <a:ext uri="{FF2B5EF4-FFF2-40B4-BE49-F238E27FC236}">
                <a16:creationId xmlns:a16="http://schemas.microsoft.com/office/drawing/2014/main" id="{3187A05C-76B1-42F0-B1CE-64EB8AD9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114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0" name="loop-left-top-0">
            <a:extLst xmlns:a="http://schemas.openxmlformats.org/drawingml/2006/main">
              <a:ext uri="{FF2B5EF4-FFF2-40B4-BE49-F238E27FC236}">
                <a16:creationId xmlns:a16="http://schemas.microsoft.com/office/drawing/2014/main" id="{7359B271-909E-416C-91AF-E38455FC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1" name="loop-left-top-1">
            <a:extLst xmlns:a="http://schemas.openxmlformats.org/drawingml/2006/main">
              <a:ext uri="{FF2B5EF4-FFF2-40B4-BE49-F238E27FC236}">
                <a16:creationId xmlns:a16="http://schemas.microsoft.com/office/drawing/2014/main" id="{6C5CEDA4-BBD5-482B-8ADA-B00EF561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000375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2" name="loop-left-top-2">
            <a:extLst xmlns:a="http://schemas.openxmlformats.org/drawingml/2006/main">
              <a:ext uri="{FF2B5EF4-FFF2-40B4-BE49-F238E27FC236}">
                <a16:creationId xmlns:a16="http://schemas.microsoft.com/office/drawing/2014/main" id="{CF664AD2-446F-4693-8736-3222C2C4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00375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3" name="loop-left-top-3">
            <a:extLst xmlns:a="http://schemas.openxmlformats.org/drawingml/2006/main">
              <a:ext uri="{FF2B5EF4-FFF2-40B4-BE49-F238E27FC236}">
                <a16:creationId xmlns:a16="http://schemas.microsoft.com/office/drawing/2014/main" id="{5BE64CAB-603D-498A-9D6D-41A12820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00375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4" name="loop-left-top-4">
            <a:extLst xmlns:a="http://schemas.openxmlformats.org/drawingml/2006/main">
              <a:ext uri="{FF2B5EF4-FFF2-40B4-BE49-F238E27FC236}">
                <a16:creationId xmlns:a16="http://schemas.microsoft.com/office/drawing/2014/main" id="{FD6DEA30-2D06-40DA-8FD2-19876759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5" name="loop-left-top-5">
            <a:extLst xmlns:a="http://schemas.openxmlformats.org/drawingml/2006/main">
              <a:ext uri="{FF2B5EF4-FFF2-40B4-BE49-F238E27FC236}">
                <a16:creationId xmlns:a16="http://schemas.microsoft.com/office/drawing/2014/main" id="{5309821F-572F-4238-88F1-88690ED5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00375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6" name="loop-left-top-6">
            <a:extLst xmlns:a="http://schemas.openxmlformats.org/drawingml/2006/main">
              <a:ext uri="{FF2B5EF4-FFF2-40B4-BE49-F238E27FC236}">
                <a16:creationId xmlns:a16="http://schemas.microsoft.com/office/drawing/2014/main" id="{4A76D743-B289-4A13-88D2-2F2E70FF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0375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7" name="loop-left-top-7">
            <a:extLst xmlns:a="http://schemas.openxmlformats.org/drawingml/2006/main">
              <a:ext uri="{FF2B5EF4-FFF2-40B4-BE49-F238E27FC236}">
                <a16:creationId xmlns:a16="http://schemas.microsoft.com/office/drawing/2014/main" id="{6401D7D0-85F0-47E7-BFE5-763B593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00375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8" name="loop-left-bottom-0">
            <a:extLst xmlns:a="http://schemas.openxmlformats.org/drawingml/2006/main">
              <a:ext uri="{FF2B5EF4-FFF2-40B4-BE49-F238E27FC236}">
                <a16:creationId xmlns:a16="http://schemas.microsoft.com/office/drawing/2014/main" id="{105121EA-853F-4BDB-8116-CC321BA9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29" name="loop-left-bottom-1">
            <a:extLst xmlns:a="http://schemas.openxmlformats.org/drawingml/2006/main">
              <a:ext uri="{FF2B5EF4-FFF2-40B4-BE49-F238E27FC236}">
                <a16:creationId xmlns:a16="http://schemas.microsoft.com/office/drawing/2014/main" id="{5C369D4F-D26A-4AF4-8D91-14962945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657850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30" name="loop-left-bottom-2">
            <a:extLst xmlns:a="http://schemas.openxmlformats.org/drawingml/2006/main">
              <a:ext uri="{FF2B5EF4-FFF2-40B4-BE49-F238E27FC236}">
                <a16:creationId xmlns:a16="http://schemas.microsoft.com/office/drawing/2014/main" id="{D06C2186-854A-435F-A836-39CE0158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57850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31" name="loop-left-bottom-3">
            <a:extLst xmlns:a="http://schemas.openxmlformats.org/drawingml/2006/main">
              <a:ext uri="{FF2B5EF4-FFF2-40B4-BE49-F238E27FC236}">
                <a16:creationId xmlns:a16="http://schemas.microsoft.com/office/drawing/2014/main" id="{505519EF-2FC5-4CCA-B180-40DA86B1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657850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32" name="loop-left-bottom-4">
            <a:extLst xmlns:a="http://schemas.openxmlformats.org/drawingml/2006/main">
              <a:ext uri="{FF2B5EF4-FFF2-40B4-BE49-F238E27FC236}">
                <a16:creationId xmlns:a16="http://schemas.microsoft.com/office/drawing/2014/main" id="{1A48F68F-7862-4677-9EE4-790A3BE2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57850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33" name="loop-left-bottom-5">
            <a:extLst xmlns:a="http://schemas.openxmlformats.org/drawingml/2006/main">
              <a:ext uri="{FF2B5EF4-FFF2-40B4-BE49-F238E27FC236}">
                <a16:creationId xmlns:a16="http://schemas.microsoft.com/office/drawing/2014/main" id="{0D2B520D-9C2C-4D62-8359-65F0933F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657850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34" name="loop-left-bottom-6">
            <a:extLst xmlns:a="http://schemas.openxmlformats.org/drawingml/2006/main">
              <a:ext uri="{FF2B5EF4-FFF2-40B4-BE49-F238E27FC236}">
                <a16:creationId xmlns:a16="http://schemas.microsoft.com/office/drawing/2014/main" id="{0186C87F-D56A-4938-8C2F-7120834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57850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35" name="loop-left-bottom-7">
            <a:extLst xmlns:a="http://schemas.openxmlformats.org/drawingml/2006/main">
              <a:ext uri="{FF2B5EF4-FFF2-40B4-BE49-F238E27FC236}">
                <a16:creationId xmlns:a16="http://schemas.microsoft.com/office/drawing/2014/main" id="{1EDBBEBE-B251-40C3-AFD5-BC604DD9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657850"/>
            <a:ext cx="666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36" name="loop-arrow-head">
            <a:extLst xmlns:a="http://schemas.openxmlformats.org/drawingml/2006/main">
              <a:ext uri="{FF2B5EF4-FFF2-40B4-BE49-F238E27FC236}">
                <a16:creationId xmlns:a16="http://schemas.microsoft.com/office/drawing/2014/main" id="{B64A0F28-096D-4D13-BF5E-328989A3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860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53935"/>
                </a:solidFill>
              </a:defRPr>
            </a:pPr>
            <a:r>
              <a:rPr sz="1725" b="1">
                <a:solidFill>
                  <a:srgbClr val="E53935"/>
                </a:solidFill>
              </a:rPr>
              <a:t>→</a:t>
            </a:r>
          </a:p>
        </p:txBody>
      </p:sp>
      <p:sp>
        <p:nvSpPr>
          <p:cNvPr id="137" name="technologies-panel">
            <a:extLst xmlns:a="http://schemas.openxmlformats.org/drawingml/2006/main">
              <a:ext uri="{FF2B5EF4-FFF2-40B4-BE49-F238E27FC236}">
                <a16:creationId xmlns:a16="http://schemas.microsoft.com/office/drawing/2014/main" id="{376813F3-B3E6-4674-A6E0-0D114782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57500"/>
            <a:ext cx="2019300" cy="28575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138" name="technologies-title">
            <a:extLst xmlns:a="http://schemas.openxmlformats.org/drawingml/2006/main">
              <a:ext uri="{FF2B5EF4-FFF2-40B4-BE49-F238E27FC236}">
                <a16:creationId xmlns:a16="http://schemas.microsoft.com/office/drawing/2014/main" id="{80F69A3D-9422-4FC9-9F2E-748D279C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67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Technologies</a:t>
            </a:r>
          </a:p>
        </p:txBody>
      </p:sp>
      <p:sp>
        <p:nvSpPr>
          <p:cNvPr id="139" name="technologies-title-rule">
            <a:extLst xmlns:a="http://schemas.openxmlformats.org/drawingml/2006/main">
              <a:ext uri="{FF2B5EF4-FFF2-40B4-BE49-F238E27FC236}">
                <a16:creationId xmlns:a16="http://schemas.microsoft.com/office/drawing/2014/main" id="{48C0A1AD-454A-436F-8F30-2E8C12A0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00425"/>
            <a:ext cx="16192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140" name="tech-bullet-0">
            <a:extLst xmlns:a="http://schemas.openxmlformats.org/drawingml/2006/main">
              <a:ext uri="{FF2B5EF4-FFF2-40B4-BE49-F238E27FC236}">
                <a16:creationId xmlns:a16="http://schemas.microsoft.com/office/drawing/2014/main" id="{F04B0FBE-4F1B-4775-8FFF-3C5CD77F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480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141" name="tech-label-0">
            <a:extLst xmlns:a="http://schemas.openxmlformats.org/drawingml/2006/main">
              <a:ext uri="{FF2B5EF4-FFF2-40B4-BE49-F238E27FC236}">
                <a16:creationId xmlns:a16="http://schemas.microsoft.com/office/drawing/2014/main" id="{71914593-8312-41E3-853A-647C07F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FastAPI</a:t>
            </a:r>
          </a:p>
        </p:txBody>
      </p:sp>
      <p:sp>
        <p:nvSpPr>
          <p:cNvPr id="142" name="tech-bullet-1">
            <a:extLst xmlns:a="http://schemas.openxmlformats.org/drawingml/2006/main">
              <a:ext uri="{FF2B5EF4-FFF2-40B4-BE49-F238E27FC236}">
                <a16:creationId xmlns:a16="http://schemas.microsoft.com/office/drawing/2014/main" id="{780C6B27-4E44-4D6A-987B-6F7D8C36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719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143" name="tech-label-1">
            <a:extLst xmlns:a="http://schemas.openxmlformats.org/drawingml/2006/main">
              <a:ext uri="{FF2B5EF4-FFF2-40B4-BE49-F238E27FC236}">
                <a16:creationId xmlns:a16="http://schemas.microsoft.com/office/drawing/2014/main" id="{CA57317D-D1C1-4531-B5A3-272B2151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PyPDF</a:t>
            </a:r>
          </a:p>
        </p:txBody>
      </p:sp>
      <p:sp>
        <p:nvSpPr>
          <p:cNvPr id="144" name="tech-bullet-2">
            <a:extLst xmlns:a="http://schemas.openxmlformats.org/drawingml/2006/main">
              <a:ext uri="{FF2B5EF4-FFF2-40B4-BE49-F238E27FC236}">
                <a16:creationId xmlns:a16="http://schemas.microsoft.com/office/drawing/2014/main" id="{9777DA5C-00D8-4897-8CB2-EAAA977C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957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145" name="tech-label-2">
            <a:extLst xmlns:a="http://schemas.openxmlformats.org/drawingml/2006/main">
              <a:ext uri="{FF2B5EF4-FFF2-40B4-BE49-F238E27FC236}">
                <a16:creationId xmlns:a16="http://schemas.microsoft.com/office/drawing/2014/main" id="{F7D0DAA9-257D-4B17-8D8E-239C4386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24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Chunking</a:t>
            </a:r>
          </a:p>
        </p:txBody>
      </p:sp>
      <p:sp>
        <p:nvSpPr>
          <p:cNvPr id="146" name="tech-bullet-3">
            <a:extLst xmlns:a="http://schemas.openxmlformats.org/drawingml/2006/main">
              <a:ext uri="{FF2B5EF4-FFF2-40B4-BE49-F238E27FC236}">
                <a16:creationId xmlns:a16="http://schemas.microsoft.com/office/drawing/2014/main" id="{5B16D5E8-D609-44C3-9D0D-0243046E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196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147" name="tech-label-3">
            <a:extLst xmlns:a="http://schemas.openxmlformats.org/drawingml/2006/main">
              <a:ext uri="{FF2B5EF4-FFF2-40B4-BE49-F238E27FC236}">
                <a16:creationId xmlns:a16="http://schemas.microsoft.com/office/drawing/2014/main" id="{2313A0AE-81D5-430A-934E-0C4E61DA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48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Recherche lexicale</a:t>
            </a:r>
          </a:p>
        </p:txBody>
      </p:sp>
      <p:sp>
        <p:nvSpPr>
          <p:cNvPr id="148" name="tech-bullet-4">
            <a:extLst xmlns:a="http://schemas.openxmlformats.org/drawingml/2006/main">
              <a:ext uri="{FF2B5EF4-FFF2-40B4-BE49-F238E27FC236}">
                <a16:creationId xmlns:a16="http://schemas.microsoft.com/office/drawing/2014/main" id="{826C64B7-8357-4D37-9B6F-7C771BB6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434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149" name="tech-label-4">
            <a:extLst xmlns:a="http://schemas.openxmlformats.org/drawingml/2006/main">
              <a:ext uri="{FF2B5EF4-FFF2-40B4-BE49-F238E27FC236}">
                <a16:creationId xmlns:a16="http://schemas.microsoft.com/office/drawing/2014/main" id="{9CDD2366-3B97-447A-BD8E-EE810D44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72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RAG</a:t>
            </a:r>
          </a:p>
        </p:txBody>
      </p:sp>
      <p:sp>
        <p:nvSpPr>
          <p:cNvPr id="150" name="tech-bullet-5">
            <a:extLst xmlns:a="http://schemas.openxmlformats.org/drawingml/2006/main">
              <a:ext uri="{FF2B5EF4-FFF2-40B4-BE49-F238E27FC236}">
                <a16:creationId xmlns:a16="http://schemas.microsoft.com/office/drawing/2014/main" id="{7EF625F2-F3F7-4BF6-92C2-955DC9A8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673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151" name="tech-label-5">
            <a:extLst xmlns:a="http://schemas.openxmlformats.org/drawingml/2006/main">
              <a:ext uri="{FF2B5EF4-FFF2-40B4-BE49-F238E27FC236}">
                <a16:creationId xmlns:a16="http://schemas.microsoft.com/office/drawing/2014/main" id="{12ABCB3F-294F-405A-81B6-CBE33567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95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React</a:t>
            </a:r>
          </a:p>
        </p:txBody>
      </p:sp>
      <p:sp>
        <p:nvSpPr>
          <p:cNvPr id="152" name="bottom-message-box">
            <a:extLst xmlns:a="http://schemas.openxmlformats.org/drawingml/2006/main">
              <a:ext uri="{FF2B5EF4-FFF2-40B4-BE49-F238E27FC236}">
                <a16:creationId xmlns:a16="http://schemas.microsoft.com/office/drawing/2014/main" id="{69EC447B-106F-408D-B1BF-68857BA5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57900"/>
            <a:ext cx="971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3935"/>
            </a:solidFill>
            <a:prstDash val="dash"/>
          </a:ln>
        </p:spPr>
      </p:sp>
      <p:sp>
        <p:nvSpPr>
          <p:cNvPr id="153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7D518FB-3D06-4379-A8FB-933810E5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817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11111"/>
                </a:solidFill>
              </a:defRPr>
            </a:pPr>
            <a:r>
              <a:rPr sz="1088" b="0">
                <a:solidFill>
                  <a:srgbClr val="111111"/>
                </a:solidFill>
              </a:rPr>
              <a:t>Le système RAG permet de générer des réponses basées sur les documents pédagogiques tout en affichant les sources utilisées</a:t>
            </a:r>
          </a:p>
          <a:p xmlns:a="http://schemas.openxmlformats.org/drawingml/2006/main">
            <a:pPr algn="ctr">
              <a:defRPr sz="1088" b="0">
                <a:solidFill>
                  <a:srgbClr val="111111"/>
                </a:solidFill>
              </a:defRPr>
            </a:pPr>
            <a:r>
              <a:rPr sz="1088" b="0">
                <a:solidFill>
                  <a:srgbClr val="111111"/>
                </a:solidFill>
              </a:rPr>
              <a:t>afin de garantir la fiabilité des informations.</a:t>
            </a:r>
          </a:p>
        </p:txBody>
      </p:sp>
    </p:spTree>
    <p:extLst>
      <p:ext uri="{BB962C8B-B14F-4D97-AF65-F5344CB8AC3E}">
        <p14:creationId xmlns:p14="http://schemas.microsoft.com/office/powerpoint/2010/main" val="2020060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2026-07-06T13:36:00.7460000Z</dcterms:created>
  <dcterms:modified xsi:type="dcterms:W3CDTF">2026-07-06T13:36:00.7470000Z</dcterms:modified>
</coreProperties>
</file>